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-180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aronniecestro:Documents:Research:Data3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aronniecestro:Documents:Research:Data3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Sheet1!$EK$2</c:f>
              <c:strCache>
                <c:ptCount val="1"/>
                <c:pt idx="0">
                  <c:v>San Francisco </c:v>
                </c:pt>
              </c:strCache>
            </c:strRef>
          </c:tx>
          <c:invertIfNegative val="0"/>
          <c:cat>
            <c:strRef>
              <c:f>Sheet1!$EL$1:$HA$1</c:f>
              <c:strCache>
                <c:ptCount val="68"/>
                <c:pt idx="0">
                  <c:v>M2.1</c:v>
                </c:pt>
                <c:pt idx="1">
                  <c:v>M2.2</c:v>
                </c:pt>
                <c:pt idx="2">
                  <c:v>M2.3</c:v>
                </c:pt>
                <c:pt idx="3">
                  <c:v>M2.4</c:v>
                </c:pt>
                <c:pt idx="4">
                  <c:v>M2.5</c:v>
                </c:pt>
                <c:pt idx="5">
                  <c:v>M2.6</c:v>
                </c:pt>
                <c:pt idx="6">
                  <c:v>M2.7</c:v>
                </c:pt>
                <c:pt idx="7">
                  <c:v>M2.8</c:v>
                </c:pt>
                <c:pt idx="8">
                  <c:v>M2.9</c:v>
                </c:pt>
                <c:pt idx="9">
                  <c:v>M2.10</c:v>
                </c:pt>
                <c:pt idx="10">
                  <c:v>M2.11</c:v>
                </c:pt>
                <c:pt idx="11">
                  <c:v>M2.12</c:v>
                </c:pt>
                <c:pt idx="12">
                  <c:v>M2.13</c:v>
                </c:pt>
                <c:pt idx="13">
                  <c:v>M2.14</c:v>
                </c:pt>
                <c:pt idx="14">
                  <c:v>M2.15</c:v>
                </c:pt>
                <c:pt idx="15">
                  <c:v>M2.16</c:v>
                </c:pt>
                <c:pt idx="16">
                  <c:v>M2.17</c:v>
                </c:pt>
                <c:pt idx="17">
                  <c:v>M2.18</c:v>
                </c:pt>
                <c:pt idx="18">
                  <c:v>M2.19</c:v>
                </c:pt>
                <c:pt idx="19">
                  <c:v>M2.20</c:v>
                </c:pt>
                <c:pt idx="20">
                  <c:v>M2.21</c:v>
                </c:pt>
                <c:pt idx="21">
                  <c:v>M2.22</c:v>
                </c:pt>
                <c:pt idx="22">
                  <c:v>M2.23</c:v>
                </c:pt>
                <c:pt idx="23">
                  <c:v>M2.24</c:v>
                </c:pt>
                <c:pt idx="24">
                  <c:v>M2.25</c:v>
                </c:pt>
                <c:pt idx="25">
                  <c:v>M2.26</c:v>
                </c:pt>
                <c:pt idx="26">
                  <c:v>M2.27</c:v>
                </c:pt>
                <c:pt idx="27">
                  <c:v>M2.28</c:v>
                </c:pt>
                <c:pt idx="28">
                  <c:v>M2.29</c:v>
                </c:pt>
                <c:pt idx="29">
                  <c:v>M2.30</c:v>
                </c:pt>
                <c:pt idx="30">
                  <c:v>M2.31</c:v>
                </c:pt>
                <c:pt idx="31">
                  <c:v>M2.32</c:v>
                </c:pt>
                <c:pt idx="32">
                  <c:v>M2.33</c:v>
                </c:pt>
                <c:pt idx="33">
                  <c:v>M2.34</c:v>
                </c:pt>
                <c:pt idx="34">
                  <c:v>M2.35</c:v>
                </c:pt>
                <c:pt idx="35">
                  <c:v>M2.36</c:v>
                </c:pt>
                <c:pt idx="36">
                  <c:v>M2.37</c:v>
                </c:pt>
                <c:pt idx="37">
                  <c:v>M2.38</c:v>
                </c:pt>
                <c:pt idx="38">
                  <c:v>M2.39</c:v>
                </c:pt>
                <c:pt idx="39">
                  <c:v>M2.40</c:v>
                </c:pt>
                <c:pt idx="40">
                  <c:v>M2.41</c:v>
                </c:pt>
                <c:pt idx="41">
                  <c:v>M2.42</c:v>
                </c:pt>
                <c:pt idx="42">
                  <c:v>M2.43</c:v>
                </c:pt>
                <c:pt idx="43">
                  <c:v>M2.44</c:v>
                </c:pt>
                <c:pt idx="44">
                  <c:v>M2.45</c:v>
                </c:pt>
                <c:pt idx="45">
                  <c:v>M2.46</c:v>
                </c:pt>
                <c:pt idx="46">
                  <c:v>M2.47</c:v>
                </c:pt>
                <c:pt idx="47">
                  <c:v>M2.48</c:v>
                </c:pt>
                <c:pt idx="48">
                  <c:v>M2.49</c:v>
                </c:pt>
                <c:pt idx="49">
                  <c:v>M2.50</c:v>
                </c:pt>
                <c:pt idx="50">
                  <c:v>M2.51</c:v>
                </c:pt>
                <c:pt idx="51">
                  <c:v>M2.52</c:v>
                </c:pt>
                <c:pt idx="52">
                  <c:v>M2.53</c:v>
                </c:pt>
                <c:pt idx="53">
                  <c:v>M2.54</c:v>
                </c:pt>
                <c:pt idx="54">
                  <c:v>M2.55</c:v>
                </c:pt>
                <c:pt idx="55">
                  <c:v>M2.56</c:v>
                </c:pt>
                <c:pt idx="56">
                  <c:v>M2.57</c:v>
                </c:pt>
                <c:pt idx="57">
                  <c:v>M2.58</c:v>
                </c:pt>
                <c:pt idx="58">
                  <c:v>M2.59</c:v>
                </c:pt>
                <c:pt idx="59">
                  <c:v>M2.60</c:v>
                </c:pt>
                <c:pt idx="60">
                  <c:v>M2.61</c:v>
                </c:pt>
                <c:pt idx="61">
                  <c:v>M2.62</c:v>
                </c:pt>
                <c:pt idx="62">
                  <c:v>M2.63</c:v>
                </c:pt>
                <c:pt idx="63">
                  <c:v>M2.64</c:v>
                </c:pt>
                <c:pt idx="64">
                  <c:v>M2.65</c:v>
                </c:pt>
                <c:pt idx="65">
                  <c:v>M2.66</c:v>
                </c:pt>
                <c:pt idx="66">
                  <c:v>M2.67</c:v>
                </c:pt>
                <c:pt idx="67">
                  <c:v>M2.68</c:v>
                </c:pt>
              </c:strCache>
            </c:strRef>
          </c:cat>
          <c:val>
            <c:numRef>
              <c:f>Sheet1!$EL$2:$HA$2</c:f>
              <c:numCache>
                <c:formatCode>General</c:formatCode>
                <c:ptCount val="68"/>
                <c:pt idx="0">
                  <c:v>49.98420967385391</c:v>
                </c:pt>
                <c:pt idx="1">
                  <c:v>48.55380629024007</c:v>
                </c:pt>
                <c:pt idx="2">
                  <c:v>0.206666139751164</c:v>
                </c:pt>
                <c:pt idx="3">
                  <c:v>0.0369993479420656</c:v>
                </c:pt>
                <c:pt idx="4">
                  <c:v>0.467536804608577</c:v>
                </c:pt>
                <c:pt idx="5">
                  <c:v>0.17104459376909</c:v>
                </c:pt>
                <c:pt idx="6">
                  <c:v>16.57320872274143</c:v>
                </c:pt>
                <c:pt idx="7">
                  <c:v>5701.204819277108</c:v>
                </c:pt>
                <c:pt idx="8">
                  <c:v>620.1680672268907</c:v>
                </c:pt>
                <c:pt idx="9">
                  <c:v>26.14107883817427</c:v>
                </c:pt>
                <c:pt idx="10">
                  <c:v>19.32227829848594</c:v>
                </c:pt>
                <c:pt idx="11">
                  <c:v>10.35208463682384</c:v>
                </c:pt>
                <c:pt idx="12">
                  <c:v>0.534851292238926</c:v>
                </c:pt>
                <c:pt idx="13">
                  <c:v>151.0008006405124</c:v>
                </c:pt>
                <c:pt idx="14">
                  <c:v>141.8502202643172</c:v>
                </c:pt>
                <c:pt idx="15">
                  <c:v>0.930999627600149</c:v>
                </c:pt>
                <c:pt idx="16">
                  <c:v>0.465683556935359</c:v>
                </c:pt>
                <c:pt idx="17">
                  <c:v>9.906559012972875</c:v>
                </c:pt>
                <c:pt idx="18">
                  <c:v>624.9134948096886</c:v>
                </c:pt>
                <c:pt idx="19">
                  <c:v>24.00356268091738</c:v>
                </c:pt>
                <c:pt idx="20">
                  <c:v>14.56076270661797</c:v>
                </c:pt>
                <c:pt idx="21">
                  <c:v>4.930662557781202</c:v>
                </c:pt>
                <c:pt idx="22">
                  <c:v>216.4948453608247</c:v>
                </c:pt>
                <c:pt idx="23">
                  <c:v>96.09730301427816</c:v>
                </c:pt>
                <c:pt idx="24">
                  <c:v>4.19366955595601</c:v>
                </c:pt>
                <c:pt idx="25">
                  <c:v>0.0581648974843682</c:v>
                </c:pt>
                <c:pt idx="26">
                  <c:v>-0.0107488905609385</c:v>
                </c:pt>
                <c:pt idx="27">
                  <c:v>68.94472361809047</c:v>
                </c:pt>
                <c:pt idx="28">
                  <c:v>168.2281059063137</c:v>
                </c:pt>
                <c:pt idx="29">
                  <c:v>65.64923076923076</c:v>
                </c:pt>
                <c:pt idx="30">
                  <c:v>0.55014146494813</c:v>
                </c:pt>
                <c:pt idx="31">
                  <c:v>5.832821682308568</c:v>
                </c:pt>
                <c:pt idx="32">
                  <c:v>122.1018634960558</c:v>
                </c:pt>
                <c:pt idx="33">
                  <c:v>-0.252479711451758</c:v>
                </c:pt>
                <c:pt idx="34">
                  <c:v>4.736192357797143</c:v>
                </c:pt>
                <c:pt idx="35">
                  <c:v>106.237697685468</c:v>
                </c:pt>
                <c:pt idx="36">
                  <c:v>0.0211870819334726</c:v>
                </c:pt>
                <c:pt idx="37">
                  <c:v>0.0176924049033236</c:v>
                </c:pt>
                <c:pt idx="38">
                  <c:v>0.0</c:v>
                </c:pt>
                <c:pt idx="39">
                  <c:v>49.0</c:v>
                </c:pt>
                <c:pt idx="40">
                  <c:v>29830.76923076923</c:v>
                </c:pt>
                <c:pt idx="41">
                  <c:v>66.92442882249559</c:v>
                </c:pt>
                <c:pt idx="42">
                  <c:v>35.242439601284</c:v>
                </c:pt>
                <c:pt idx="43">
                  <c:v>22.94007490636702</c:v>
                </c:pt>
                <c:pt idx="44">
                  <c:v>0.14454845814978</c:v>
                </c:pt>
                <c:pt idx="45">
                  <c:v>284.6599131693198</c:v>
                </c:pt>
                <c:pt idx="46">
                  <c:v>176.4705882352941</c:v>
                </c:pt>
                <c:pt idx="47">
                  <c:v>0.834681883996252</c:v>
                </c:pt>
                <c:pt idx="48">
                  <c:v>2.576687116564417</c:v>
                </c:pt>
                <c:pt idx="49">
                  <c:v>9.303262182843335</c:v>
                </c:pt>
                <c:pt idx="50">
                  <c:v>136.1111111111111</c:v>
                </c:pt>
                <c:pt idx="51">
                  <c:v>10.1010101010101</c:v>
                </c:pt>
                <c:pt idx="52">
                  <c:v>53.80952380952381</c:v>
                </c:pt>
                <c:pt idx="53">
                  <c:v>3.19780721790772</c:v>
                </c:pt>
                <c:pt idx="54">
                  <c:v>22.55546883710559</c:v>
                </c:pt>
                <c:pt idx="55">
                  <c:v>491.8103448275861</c:v>
                </c:pt>
                <c:pt idx="56">
                  <c:v>5.464345455671892</c:v>
                </c:pt>
                <c:pt idx="57">
                  <c:v>0.0</c:v>
                </c:pt>
                <c:pt idx="58">
                  <c:v>-0.0630346690679874</c:v>
                </c:pt>
                <c:pt idx="59">
                  <c:v>204.574332909784</c:v>
                </c:pt>
                <c:pt idx="60">
                  <c:v>46.875</c:v>
                </c:pt>
                <c:pt idx="61">
                  <c:v>67.915559904935</c:v>
                </c:pt>
                <c:pt idx="62">
                  <c:v>1.589361012001298</c:v>
                </c:pt>
                <c:pt idx="63">
                  <c:v>7.435508345978755</c:v>
                </c:pt>
                <c:pt idx="64">
                  <c:v>113.6573208722742</c:v>
                </c:pt>
                <c:pt idx="65">
                  <c:v>-0.411522633744856</c:v>
                </c:pt>
                <c:pt idx="66">
                  <c:v>7.152488538639017</c:v>
                </c:pt>
                <c:pt idx="67">
                  <c:v>153.7817081684896</c:v>
                </c:pt>
              </c:numCache>
            </c:numRef>
          </c:val>
        </c:ser>
        <c:ser>
          <c:idx val="1"/>
          <c:order val="1"/>
          <c:tx>
            <c:strRef>
              <c:f>Sheet1!$EK$3</c:f>
              <c:strCache>
                <c:ptCount val="1"/>
                <c:pt idx="0">
                  <c:v>Northampton</c:v>
                </c:pt>
              </c:strCache>
            </c:strRef>
          </c:tx>
          <c:invertIfNegative val="0"/>
          <c:cat>
            <c:strRef>
              <c:f>Sheet1!$EL$1:$HA$1</c:f>
              <c:strCache>
                <c:ptCount val="68"/>
                <c:pt idx="0">
                  <c:v>M2.1</c:v>
                </c:pt>
                <c:pt idx="1">
                  <c:v>M2.2</c:v>
                </c:pt>
                <c:pt idx="2">
                  <c:v>M2.3</c:v>
                </c:pt>
                <c:pt idx="3">
                  <c:v>M2.4</c:v>
                </c:pt>
                <c:pt idx="4">
                  <c:v>M2.5</c:v>
                </c:pt>
                <c:pt idx="5">
                  <c:v>M2.6</c:v>
                </c:pt>
                <c:pt idx="6">
                  <c:v>M2.7</c:v>
                </c:pt>
                <c:pt idx="7">
                  <c:v>M2.8</c:v>
                </c:pt>
                <c:pt idx="8">
                  <c:v>M2.9</c:v>
                </c:pt>
                <c:pt idx="9">
                  <c:v>M2.10</c:v>
                </c:pt>
                <c:pt idx="10">
                  <c:v>M2.11</c:v>
                </c:pt>
                <c:pt idx="11">
                  <c:v>M2.12</c:v>
                </c:pt>
                <c:pt idx="12">
                  <c:v>M2.13</c:v>
                </c:pt>
                <c:pt idx="13">
                  <c:v>M2.14</c:v>
                </c:pt>
                <c:pt idx="14">
                  <c:v>M2.15</c:v>
                </c:pt>
                <c:pt idx="15">
                  <c:v>M2.16</c:v>
                </c:pt>
                <c:pt idx="16">
                  <c:v>M2.17</c:v>
                </c:pt>
                <c:pt idx="17">
                  <c:v>M2.18</c:v>
                </c:pt>
                <c:pt idx="18">
                  <c:v>M2.19</c:v>
                </c:pt>
                <c:pt idx="19">
                  <c:v>M2.20</c:v>
                </c:pt>
                <c:pt idx="20">
                  <c:v>M2.21</c:v>
                </c:pt>
                <c:pt idx="21">
                  <c:v>M2.22</c:v>
                </c:pt>
                <c:pt idx="22">
                  <c:v>M2.23</c:v>
                </c:pt>
                <c:pt idx="23">
                  <c:v>M2.24</c:v>
                </c:pt>
                <c:pt idx="24">
                  <c:v>M2.25</c:v>
                </c:pt>
                <c:pt idx="25">
                  <c:v>M2.26</c:v>
                </c:pt>
                <c:pt idx="26">
                  <c:v>M2.27</c:v>
                </c:pt>
                <c:pt idx="27">
                  <c:v>M2.28</c:v>
                </c:pt>
                <c:pt idx="28">
                  <c:v>M2.29</c:v>
                </c:pt>
                <c:pt idx="29">
                  <c:v>M2.30</c:v>
                </c:pt>
                <c:pt idx="30">
                  <c:v>M2.31</c:v>
                </c:pt>
                <c:pt idx="31">
                  <c:v>M2.32</c:v>
                </c:pt>
                <c:pt idx="32">
                  <c:v>M2.33</c:v>
                </c:pt>
                <c:pt idx="33">
                  <c:v>M2.34</c:v>
                </c:pt>
                <c:pt idx="34">
                  <c:v>M2.35</c:v>
                </c:pt>
                <c:pt idx="35">
                  <c:v>M2.36</c:v>
                </c:pt>
                <c:pt idx="36">
                  <c:v>M2.37</c:v>
                </c:pt>
                <c:pt idx="37">
                  <c:v>M2.38</c:v>
                </c:pt>
                <c:pt idx="38">
                  <c:v>M2.39</c:v>
                </c:pt>
                <c:pt idx="39">
                  <c:v>M2.40</c:v>
                </c:pt>
                <c:pt idx="40">
                  <c:v>M2.41</c:v>
                </c:pt>
                <c:pt idx="41">
                  <c:v>M2.42</c:v>
                </c:pt>
                <c:pt idx="42">
                  <c:v>M2.43</c:v>
                </c:pt>
                <c:pt idx="43">
                  <c:v>M2.44</c:v>
                </c:pt>
                <c:pt idx="44">
                  <c:v>M2.45</c:v>
                </c:pt>
                <c:pt idx="45">
                  <c:v>M2.46</c:v>
                </c:pt>
                <c:pt idx="46">
                  <c:v>M2.47</c:v>
                </c:pt>
                <c:pt idx="47">
                  <c:v>M2.48</c:v>
                </c:pt>
                <c:pt idx="48">
                  <c:v>M2.49</c:v>
                </c:pt>
                <c:pt idx="49">
                  <c:v>M2.50</c:v>
                </c:pt>
                <c:pt idx="50">
                  <c:v>M2.51</c:v>
                </c:pt>
                <c:pt idx="51">
                  <c:v>M2.52</c:v>
                </c:pt>
                <c:pt idx="52">
                  <c:v>M2.53</c:v>
                </c:pt>
                <c:pt idx="53">
                  <c:v>M2.54</c:v>
                </c:pt>
                <c:pt idx="54">
                  <c:v>M2.55</c:v>
                </c:pt>
                <c:pt idx="55">
                  <c:v>M2.56</c:v>
                </c:pt>
                <c:pt idx="56">
                  <c:v>M2.57</c:v>
                </c:pt>
                <c:pt idx="57">
                  <c:v>M2.58</c:v>
                </c:pt>
                <c:pt idx="58">
                  <c:v>M2.59</c:v>
                </c:pt>
                <c:pt idx="59">
                  <c:v>M2.60</c:v>
                </c:pt>
                <c:pt idx="60">
                  <c:v>M2.61</c:v>
                </c:pt>
                <c:pt idx="61">
                  <c:v>M2.62</c:v>
                </c:pt>
                <c:pt idx="62">
                  <c:v>M2.63</c:v>
                </c:pt>
                <c:pt idx="63">
                  <c:v>M2.64</c:v>
                </c:pt>
                <c:pt idx="64">
                  <c:v>M2.65</c:v>
                </c:pt>
                <c:pt idx="65">
                  <c:v>M2.66</c:v>
                </c:pt>
                <c:pt idx="66">
                  <c:v>M2.67</c:v>
                </c:pt>
                <c:pt idx="67">
                  <c:v>M2.68</c:v>
                </c:pt>
              </c:strCache>
            </c:strRef>
          </c:cat>
          <c:val>
            <c:numRef>
              <c:f>Sheet1!$EL$3:$HA$3</c:f>
              <c:numCache>
                <c:formatCode>General</c:formatCode>
                <c:ptCount val="68"/>
                <c:pt idx="0">
                  <c:v>1.506640983749993</c:v>
                </c:pt>
                <c:pt idx="1">
                  <c:v>1.986950101782703</c:v>
                </c:pt>
                <c:pt idx="2">
                  <c:v>0.00645471490578092</c:v>
                </c:pt>
                <c:pt idx="3">
                  <c:v>0.000922102129397274</c:v>
                </c:pt>
                <c:pt idx="4">
                  <c:v>-0.019480700192024</c:v>
                </c:pt>
                <c:pt idx="5">
                  <c:v>-0.0855222968845449</c:v>
                </c:pt>
                <c:pt idx="6">
                  <c:v>-0.872274143302181</c:v>
                </c:pt>
                <c:pt idx="7">
                  <c:v>84.33734939759033</c:v>
                </c:pt>
                <c:pt idx="8">
                  <c:v>15.12605042016807</c:v>
                </c:pt>
                <c:pt idx="9">
                  <c:v>0.423582295988935</c:v>
                </c:pt>
                <c:pt idx="10">
                  <c:v>1.586157173756308</c:v>
                </c:pt>
                <c:pt idx="11">
                  <c:v>0.0</c:v>
                </c:pt>
                <c:pt idx="12">
                  <c:v>-0.0267425646119463</c:v>
                </c:pt>
                <c:pt idx="13">
                  <c:v>14.5716573258607</c:v>
                </c:pt>
                <c:pt idx="14">
                  <c:v>0.0</c:v>
                </c:pt>
                <c:pt idx="15">
                  <c:v>0.0</c:v>
                </c:pt>
                <c:pt idx="16">
                  <c:v>-0.155227852311786</c:v>
                </c:pt>
                <c:pt idx="17">
                  <c:v>0.190510750249478</c:v>
                </c:pt>
                <c:pt idx="18">
                  <c:v>21.79930795847751</c:v>
                </c:pt>
                <c:pt idx="19">
                  <c:v>0.311734580271654</c:v>
                </c:pt>
                <c:pt idx="20">
                  <c:v>-0.0866712065870117</c:v>
                </c:pt>
                <c:pt idx="21">
                  <c:v>0.184899845916795</c:v>
                </c:pt>
                <c:pt idx="22">
                  <c:v>6.622195269860518</c:v>
                </c:pt>
                <c:pt idx="23">
                  <c:v>1.18455843469064</c:v>
                </c:pt>
                <c:pt idx="24">
                  <c:v>0.206355168626407</c:v>
                </c:pt>
                <c:pt idx="25">
                  <c:v>-0.0290824487421841</c:v>
                </c:pt>
                <c:pt idx="26">
                  <c:v>-0.0107488905609385</c:v>
                </c:pt>
                <c:pt idx="27">
                  <c:v>14.94974874371859</c:v>
                </c:pt>
                <c:pt idx="28">
                  <c:v>59.87780040733196</c:v>
                </c:pt>
                <c:pt idx="29">
                  <c:v>7.236923076923076</c:v>
                </c:pt>
                <c:pt idx="30">
                  <c:v>0.320915854553076</c:v>
                </c:pt>
                <c:pt idx="31">
                  <c:v>-0.0613981229716691</c:v>
                </c:pt>
                <c:pt idx="32">
                  <c:v>5.281810906596545</c:v>
                </c:pt>
                <c:pt idx="33">
                  <c:v>-0.252479711451758</c:v>
                </c:pt>
                <c:pt idx="34">
                  <c:v>0.101853599092412</c:v>
                </c:pt>
                <c:pt idx="35">
                  <c:v>4.84626349012421</c:v>
                </c:pt>
                <c:pt idx="36">
                  <c:v>-0.0211870819334726</c:v>
                </c:pt>
                <c:pt idx="37">
                  <c:v>-0.0176924049033236</c:v>
                </c:pt>
                <c:pt idx="38">
                  <c:v>-8.38323353293413</c:v>
                </c:pt>
                <c:pt idx="39">
                  <c:v>0.0</c:v>
                </c:pt>
                <c:pt idx="40">
                  <c:v>1184.615384615385</c:v>
                </c:pt>
                <c:pt idx="41">
                  <c:v>0.492091388400703</c:v>
                </c:pt>
                <c:pt idx="42">
                  <c:v>1.655685081939517</c:v>
                </c:pt>
                <c:pt idx="43">
                  <c:v>0.655430711610487</c:v>
                </c:pt>
                <c:pt idx="44">
                  <c:v>-0.0481828193832599</c:v>
                </c:pt>
                <c:pt idx="45">
                  <c:v>39.50795947901592</c:v>
                </c:pt>
                <c:pt idx="46">
                  <c:v>23.52941176470588</c:v>
                </c:pt>
                <c:pt idx="47">
                  <c:v>0.0596201345711609</c:v>
                </c:pt>
                <c:pt idx="48">
                  <c:v>-0.858895705521472</c:v>
                </c:pt>
                <c:pt idx="49">
                  <c:v>0.281917035843737</c:v>
                </c:pt>
                <c:pt idx="50">
                  <c:v>11.11111111111111</c:v>
                </c:pt>
                <c:pt idx="51">
                  <c:v>0.0</c:v>
                </c:pt>
                <c:pt idx="52">
                  <c:v>-0.476190476190476</c:v>
                </c:pt>
                <c:pt idx="53">
                  <c:v>0.639561443581544</c:v>
                </c:pt>
                <c:pt idx="54">
                  <c:v>0.312186419890735</c:v>
                </c:pt>
                <c:pt idx="55">
                  <c:v>3.017241379310345</c:v>
                </c:pt>
                <c:pt idx="56">
                  <c:v>0.130103463230283</c:v>
                </c:pt>
                <c:pt idx="57">
                  <c:v>-0.203903291581707</c:v>
                </c:pt>
                <c:pt idx="58">
                  <c:v>-0.0630346690679874</c:v>
                </c:pt>
                <c:pt idx="59">
                  <c:v>24.90470139771283</c:v>
                </c:pt>
                <c:pt idx="60">
                  <c:v>34.375</c:v>
                </c:pt>
                <c:pt idx="61">
                  <c:v>9.198937508737593</c:v>
                </c:pt>
                <c:pt idx="62">
                  <c:v>1.286625581143908</c:v>
                </c:pt>
                <c:pt idx="63">
                  <c:v>-0.354071825998988</c:v>
                </c:pt>
                <c:pt idx="64">
                  <c:v>6.454828660436138</c:v>
                </c:pt>
                <c:pt idx="65">
                  <c:v>-0.411522633744856</c:v>
                </c:pt>
                <c:pt idx="66">
                  <c:v>0.230725436730291</c:v>
                </c:pt>
                <c:pt idx="67">
                  <c:v>5.212939259948799</c:v>
                </c:pt>
              </c:numCache>
            </c:numRef>
          </c:val>
        </c:ser>
        <c:ser>
          <c:idx val="2"/>
          <c:order val="2"/>
          <c:tx>
            <c:strRef>
              <c:f>Sheet1!$EK$4</c:f>
              <c:strCache>
                <c:ptCount val="1"/>
                <c:pt idx="0">
                  <c:v>Baltimore</c:v>
                </c:pt>
              </c:strCache>
            </c:strRef>
          </c:tx>
          <c:invertIfNegative val="0"/>
          <c:cat>
            <c:strRef>
              <c:f>Sheet1!$EL$1:$HA$1</c:f>
              <c:strCache>
                <c:ptCount val="68"/>
                <c:pt idx="0">
                  <c:v>M2.1</c:v>
                </c:pt>
                <c:pt idx="1">
                  <c:v>M2.2</c:v>
                </c:pt>
                <c:pt idx="2">
                  <c:v>M2.3</c:v>
                </c:pt>
                <c:pt idx="3">
                  <c:v>M2.4</c:v>
                </c:pt>
                <c:pt idx="4">
                  <c:v>M2.5</c:v>
                </c:pt>
                <c:pt idx="5">
                  <c:v>M2.6</c:v>
                </c:pt>
                <c:pt idx="6">
                  <c:v>M2.7</c:v>
                </c:pt>
                <c:pt idx="7">
                  <c:v>M2.8</c:v>
                </c:pt>
                <c:pt idx="8">
                  <c:v>M2.9</c:v>
                </c:pt>
                <c:pt idx="9">
                  <c:v>M2.10</c:v>
                </c:pt>
                <c:pt idx="10">
                  <c:v>M2.11</c:v>
                </c:pt>
                <c:pt idx="11">
                  <c:v>M2.12</c:v>
                </c:pt>
                <c:pt idx="12">
                  <c:v>M2.13</c:v>
                </c:pt>
                <c:pt idx="13">
                  <c:v>M2.14</c:v>
                </c:pt>
                <c:pt idx="14">
                  <c:v>M2.15</c:v>
                </c:pt>
                <c:pt idx="15">
                  <c:v>M2.16</c:v>
                </c:pt>
                <c:pt idx="16">
                  <c:v>M2.17</c:v>
                </c:pt>
                <c:pt idx="17">
                  <c:v>M2.18</c:v>
                </c:pt>
                <c:pt idx="18">
                  <c:v>M2.19</c:v>
                </c:pt>
                <c:pt idx="19">
                  <c:v>M2.20</c:v>
                </c:pt>
                <c:pt idx="20">
                  <c:v>M2.21</c:v>
                </c:pt>
                <c:pt idx="21">
                  <c:v>M2.22</c:v>
                </c:pt>
                <c:pt idx="22">
                  <c:v>M2.23</c:v>
                </c:pt>
                <c:pt idx="23">
                  <c:v>M2.24</c:v>
                </c:pt>
                <c:pt idx="24">
                  <c:v>M2.25</c:v>
                </c:pt>
                <c:pt idx="25">
                  <c:v>M2.26</c:v>
                </c:pt>
                <c:pt idx="26">
                  <c:v>M2.27</c:v>
                </c:pt>
                <c:pt idx="27">
                  <c:v>M2.28</c:v>
                </c:pt>
                <c:pt idx="28">
                  <c:v>M2.29</c:v>
                </c:pt>
                <c:pt idx="29">
                  <c:v>M2.30</c:v>
                </c:pt>
                <c:pt idx="30">
                  <c:v>M2.31</c:v>
                </c:pt>
                <c:pt idx="31">
                  <c:v>M2.32</c:v>
                </c:pt>
                <c:pt idx="32">
                  <c:v>M2.33</c:v>
                </c:pt>
                <c:pt idx="33">
                  <c:v>M2.34</c:v>
                </c:pt>
                <c:pt idx="34">
                  <c:v>M2.35</c:v>
                </c:pt>
                <c:pt idx="35">
                  <c:v>M2.36</c:v>
                </c:pt>
                <c:pt idx="36">
                  <c:v>M2.37</c:v>
                </c:pt>
                <c:pt idx="37">
                  <c:v>M2.38</c:v>
                </c:pt>
                <c:pt idx="38">
                  <c:v>M2.39</c:v>
                </c:pt>
                <c:pt idx="39">
                  <c:v>M2.40</c:v>
                </c:pt>
                <c:pt idx="40">
                  <c:v>M2.41</c:v>
                </c:pt>
                <c:pt idx="41">
                  <c:v>M2.42</c:v>
                </c:pt>
                <c:pt idx="42">
                  <c:v>M2.43</c:v>
                </c:pt>
                <c:pt idx="43">
                  <c:v>M2.44</c:v>
                </c:pt>
                <c:pt idx="44">
                  <c:v>M2.45</c:v>
                </c:pt>
                <c:pt idx="45">
                  <c:v>M2.46</c:v>
                </c:pt>
                <c:pt idx="46">
                  <c:v>M2.47</c:v>
                </c:pt>
                <c:pt idx="47">
                  <c:v>M2.48</c:v>
                </c:pt>
                <c:pt idx="48">
                  <c:v>M2.49</c:v>
                </c:pt>
                <c:pt idx="49">
                  <c:v>M2.50</c:v>
                </c:pt>
                <c:pt idx="50">
                  <c:v>M2.51</c:v>
                </c:pt>
                <c:pt idx="51">
                  <c:v>M2.52</c:v>
                </c:pt>
                <c:pt idx="52">
                  <c:v>M2.53</c:v>
                </c:pt>
                <c:pt idx="53">
                  <c:v>M2.54</c:v>
                </c:pt>
                <c:pt idx="54">
                  <c:v>M2.55</c:v>
                </c:pt>
                <c:pt idx="55">
                  <c:v>M2.56</c:v>
                </c:pt>
                <c:pt idx="56">
                  <c:v>M2.57</c:v>
                </c:pt>
                <c:pt idx="57">
                  <c:v>M2.58</c:v>
                </c:pt>
                <c:pt idx="58">
                  <c:v>M2.59</c:v>
                </c:pt>
                <c:pt idx="59">
                  <c:v>M2.60</c:v>
                </c:pt>
                <c:pt idx="60">
                  <c:v>M2.61</c:v>
                </c:pt>
                <c:pt idx="61">
                  <c:v>M2.62</c:v>
                </c:pt>
                <c:pt idx="62">
                  <c:v>M2.63</c:v>
                </c:pt>
                <c:pt idx="63">
                  <c:v>M2.64</c:v>
                </c:pt>
                <c:pt idx="64">
                  <c:v>M2.65</c:v>
                </c:pt>
                <c:pt idx="65">
                  <c:v>M2.66</c:v>
                </c:pt>
                <c:pt idx="66">
                  <c:v>M2.67</c:v>
                </c:pt>
                <c:pt idx="67">
                  <c:v>M2.68</c:v>
                </c:pt>
              </c:strCache>
            </c:strRef>
          </c:cat>
          <c:val>
            <c:numRef>
              <c:f>Sheet1!$EL$4:$HA$4</c:f>
              <c:numCache>
                <c:formatCode>General</c:formatCode>
                <c:ptCount val="68"/>
                <c:pt idx="0">
                  <c:v>35.76302151234176</c:v>
                </c:pt>
                <c:pt idx="1">
                  <c:v>40.22506262592818</c:v>
                </c:pt>
                <c:pt idx="2">
                  <c:v>0.238824451513894</c:v>
                </c:pt>
                <c:pt idx="3">
                  <c:v>0.0441456394448945</c:v>
                </c:pt>
                <c:pt idx="4">
                  <c:v>1.422091114017755</c:v>
                </c:pt>
                <c:pt idx="5">
                  <c:v>-0.0855222968845449</c:v>
                </c:pt>
                <c:pt idx="6">
                  <c:v>91.58878504672892</c:v>
                </c:pt>
                <c:pt idx="7">
                  <c:v>12363.85542168675</c:v>
                </c:pt>
                <c:pt idx="8">
                  <c:v>471.1484593837537</c:v>
                </c:pt>
                <c:pt idx="9">
                  <c:v>79.20988934993083</c:v>
                </c:pt>
                <c:pt idx="10">
                  <c:v>39.36553713049747</c:v>
                </c:pt>
                <c:pt idx="11">
                  <c:v>44.5935953586258</c:v>
                </c:pt>
                <c:pt idx="12">
                  <c:v>1.524326182880938</c:v>
                </c:pt>
                <c:pt idx="13">
                  <c:v>825.6204963971176</c:v>
                </c:pt>
                <c:pt idx="14">
                  <c:v>280.6167400881056</c:v>
                </c:pt>
                <c:pt idx="15">
                  <c:v>0.428259828696069</c:v>
                </c:pt>
                <c:pt idx="16">
                  <c:v>-0.155227852311786</c:v>
                </c:pt>
                <c:pt idx="17">
                  <c:v>-0.0635035834164928</c:v>
                </c:pt>
                <c:pt idx="18">
                  <c:v>1010.034602076125</c:v>
                </c:pt>
                <c:pt idx="19">
                  <c:v>299.5769316410597</c:v>
                </c:pt>
                <c:pt idx="20">
                  <c:v>13.3473658143998</c:v>
                </c:pt>
                <c:pt idx="21">
                  <c:v>7.272727272727272</c:v>
                </c:pt>
                <c:pt idx="22">
                  <c:v>2567.204366282595</c:v>
                </c:pt>
                <c:pt idx="23">
                  <c:v>654.9127445795877</c:v>
                </c:pt>
                <c:pt idx="24">
                  <c:v>71.1991897944531</c:v>
                </c:pt>
                <c:pt idx="25">
                  <c:v>3.780718336483932</c:v>
                </c:pt>
                <c:pt idx="26">
                  <c:v>0.601937871412558</c:v>
                </c:pt>
                <c:pt idx="27">
                  <c:v>15.12562814070352</c:v>
                </c:pt>
                <c:pt idx="28">
                  <c:v>131.1608961303463</c:v>
                </c:pt>
                <c:pt idx="29">
                  <c:v>-0.0430769230769231</c:v>
                </c:pt>
                <c:pt idx="30">
                  <c:v>8.86644661008069</c:v>
                </c:pt>
                <c:pt idx="31">
                  <c:v>3.929479870186826</c:v>
                </c:pt>
                <c:pt idx="32">
                  <c:v>254.4472390533897</c:v>
                </c:pt>
                <c:pt idx="33">
                  <c:v>38.62939585211903</c:v>
                </c:pt>
                <c:pt idx="34">
                  <c:v>5.576484550309537</c:v>
                </c:pt>
                <c:pt idx="35">
                  <c:v>286.7847688861739</c:v>
                </c:pt>
                <c:pt idx="36">
                  <c:v>0.127122491600835</c:v>
                </c:pt>
                <c:pt idx="37">
                  <c:v>-0.0176924049033236</c:v>
                </c:pt>
                <c:pt idx="38">
                  <c:v>0.0</c:v>
                </c:pt>
                <c:pt idx="39">
                  <c:v>8866.666666666662</c:v>
                </c:pt>
                <c:pt idx="40">
                  <c:v>31123.07692307691</c:v>
                </c:pt>
                <c:pt idx="41">
                  <c:v>113.1810193321617</c:v>
                </c:pt>
                <c:pt idx="42">
                  <c:v>52.863659401926</c:v>
                </c:pt>
                <c:pt idx="43">
                  <c:v>55.71161048689137</c:v>
                </c:pt>
                <c:pt idx="44">
                  <c:v>0.867290748898678</c:v>
                </c:pt>
                <c:pt idx="45">
                  <c:v>1999.710564399421</c:v>
                </c:pt>
                <c:pt idx="46">
                  <c:v>388.2352941176471</c:v>
                </c:pt>
                <c:pt idx="47">
                  <c:v>1.728983902563666</c:v>
                </c:pt>
                <c:pt idx="48">
                  <c:v>-0.858895705521472</c:v>
                </c:pt>
                <c:pt idx="49">
                  <c:v>-0.281917035843737</c:v>
                </c:pt>
                <c:pt idx="50">
                  <c:v>438.888888888889</c:v>
                </c:pt>
                <c:pt idx="51">
                  <c:v>222.2222222222222</c:v>
                </c:pt>
                <c:pt idx="52">
                  <c:v>284.7619047619046</c:v>
                </c:pt>
                <c:pt idx="53">
                  <c:v>12.15166742804934</c:v>
                </c:pt>
                <c:pt idx="54">
                  <c:v>178.882818597391</c:v>
                </c:pt>
                <c:pt idx="55">
                  <c:v>1445.258620689655</c:v>
                </c:pt>
                <c:pt idx="56">
                  <c:v>78.62585961216776</c:v>
                </c:pt>
                <c:pt idx="57">
                  <c:v>1.019516457908535</c:v>
                </c:pt>
                <c:pt idx="58">
                  <c:v>2.269248086447547</c:v>
                </c:pt>
                <c:pt idx="59">
                  <c:v>32.02033036848794</c:v>
                </c:pt>
                <c:pt idx="60">
                  <c:v>40.625</c:v>
                </c:pt>
                <c:pt idx="61">
                  <c:v>-0.195722074653991</c:v>
                </c:pt>
                <c:pt idx="62">
                  <c:v>30.27354308573898</c:v>
                </c:pt>
                <c:pt idx="63">
                  <c:v>1.062215477996965</c:v>
                </c:pt>
                <c:pt idx="64">
                  <c:v>242.753894080997</c:v>
                </c:pt>
                <c:pt idx="65">
                  <c:v>8.23045267489712</c:v>
                </c:pt>
                <c:pt idx="66">
                  <c:v>8.578791238426274</c:v>
                </c:pt>
                <c:pt idx="67">
                  <c:v>254.1307889225041</c:v>
                </c:pt>
              </c:numCache>
            </c:numRef>
          </c:val>
        </c:ser>
        <c:ser>
          <c:idx val="3"/>
          <c:order val="3"/>
          <c:tx>
            <c:strRef>
              <c:f>Sheet1!$EK$5</c:f>
              <c:strCache>
                <c:ptCount val="1"/>
                <c:pt idx="0">
                  <c:v>Bloomington</c:v>
                </c:pt>
              </c:strCache>
            </c:strRef>
          </c:tx>
          <c:invertIfNegative val="0"/>
          <c:cat>
            <c:strRef>
              <c:f>Sheet1!$EL$1:$HA$1</c:f>
              <c:strCache>
                <c:ptCount val="68"/>
                <c:pt idx="0">
                  <c:v>M2.1</c:v>
                </c:pt>
                <c:pt idx="1">
                  <c:v>M2.2</c:v>
                </c:pt>
                <c:pt idx="2">
                  <c:v>M2.3</c:v>
                </c:pt>
                <c:pt idx="3">
                  <c:v>M2.4</c:v>
                </c:pt>
                <c:pt idx="4">
                  <c:v>M2.5</c:v>
                </c:pt>
                <c:pt idx="5">
                  <c:v>M2.6</c:v>
                </c:pt>
                <c:pt idx="6">
                  <c:v>M2.7</c:v>
                </c:pt>
                <c:pt idx="7">
                  <c:v>M2.8</c:v>
                </c:pt>
                <c:pt idx="8">
                  <c:v>M2.9</c:v>
                </c:pt>
                <c:pt idx="9">
                  <c:v>M2.10</c:v>
                </c:pt>
                <c:pt idx="10">
                  <c:v>M2.11</c:v>
                </c:pt>
                <c:pt idx="11">
                  <c:v>M2.12</c:v>
                </c:pt>
                <c:pt idx="12">
                  <c:v>M2.13</c:v>
                </c:pt>
                <c:pt idx="13">
                  <c:v>M2.14</c:v>
                </c:pt>
                <c:pt idx="14">
                  <c:v>M2.15</c:v>
                </c:pt>
                <c:pt idx="15">
                  <c:v>M2.16</c:v>
                </c:pt>
                <c:pt idx="16">
                  <c:v>M2.17</c:v>
                </c:pt>
                <c:pt idx="17">
                  <c:v>M2.18</c:v>
                </c:pt>
                <c:pt idx="18">
                  <c:v>M2.19</c:v>
                </c:pt>
                <c:pt idx="19">
                  <c:v>M2.20</c:v>
                </c:pt>
                <c:pt idx="20">
                  <c:v>M2.21</c:v>
                </c:pt>
                <c:pt idx="21">
                  <c:v>M2.22</c:v>
                </c:pt>
                <c:pt idx="22">
                  <c:v>M2.23</c:v>
                </c:pt>
                <c:pt idx="23">
                  <c:v>M2.24</c:v>
                </c:pt>
                <c:pt idx="24">
                  <c:v>M2.25</c:v>
                </c:pt>
                <c:pt idx="25">
                  <c:v>M2.26</c:v>
                </c:pt>
                <c:pt idx="26">
                  <c:v>M2.27</c:v>
                </c:pt>
                <c:pt idx="27">
                  <c:v>M2.28</c:v>
                </c:pt>
                <c:pt idx="28">
                  <c:v>M2.29</c:v>
                </c:pt>
                <c:pt idx="29">
                  <c:v>M2.30</c:v>
                </c:pt>
                <c:pt idx="30">
                  <c:v>M2.31</c:v>
                </c:pt>
                <c:pt idx="31">
                  <c:v>M2.32</c:v>
                </c:pt>
                <c:pt idx="32">
                  <c:v>M2.33</c:v>
                </c:pt>
                <c:pt idx="33">
                  <c:v>M2.34</c:v>
                </c:pt>
                <c:pt idx="34">
                  <c:v>M2.35</c:v>
                </c:pt>
                <c:pt idx="35">
                  <c:v>M2.36</c:v>
                </c:pt>
                <c:pt idx="36">
                  <c:v>M2.37</c:v>
                </c:pt>
                <c:pt idx="37">
                  <c:v>M2.38</c:v>
                </c:pt>
                <c:pt idx="38">
                  <c:v>M2.39</c:v>
                </c:pt>
                <c:pt idx="39">
                  <c:v>M2.40</c:v>
                </c:pt>
                <c:pt idx="40">
                  <c:v>M2.41</c:v>
                </c:pt>
                <c:pt idx="41">
                  <c:v>M2.42</c:v>
                </c:pt>
                <c:pt idx="42">
                  <c:v>M2.43</c:v>
                </c:pt>
                <c:pt idx="43">
                  <c:v>M2.44</c:v>
                </c:pt>
                <c:pt idx="44">
                  <c:v>M2.45</c:v>
                </c:pt>
                <c:pt idx="45">
                  <c:v>M2.46</c:v>
                </c:pt>
                <c:pt idx="46">
                  <c:v>M2.47</c:v>
                </c:pt>
                <c:pt idx="47">
                  <c:v>M2.48</c:v>
                </c:pt>
                <c:pt idx="48">
                  <c:v>M2.49</c:v>
                </c:pt>
                <c:pt idx="49">
                  <c:v>M2.50</c:v>
                </c:pt>
                <c:pt idx="50">
                  <c:v>M2.51</c:v>
                </c:pt>
                <c:pt idx="51">
                  <c:v>M2.52</c:v>
                </c:pt>
                <c:pt idx="52">
                  <c:v>M2.53</c:v>
                </c:pt>
                <c:pt idx="53">
                  <c:v>M2.54</c:v>
                </c:pt>
                <c:pt idx="54">
                  <c:v>M2.55</c:v>
                </c:pt>
                <c:pt idx="55">
                  <c:v>M2.56</c:v>
                </c:pt>
                <c:pt idx="56">
                  <c:v>M2.57</c:v>
                </c:pt>
                <c:pt idx="57">
                  <c:v>M2.58</c:v>
                </c:pt>
                <c:pt idx="58">
                  <c:v>M2.59</c:v>
                </c:pt>
                <c:pt idx="59">
                  <c:v>M2.60</c:v>
                </c:pt>
                <c:pt idx="60">
                  <c:v>M2.61</c:v>
                </c:pt>
                <c:pt idx="61">
                  <c:v>M2.62</c:v>
                </c:pt>
                <c:pt idx="62">
                  <c:v>M2.63</c:v>
                </c:pt>
                <c:pt idx="63">
                  <c:v>M2.64</c:v>
                </c:pt>
                <c:pt idx="64">
                  <c:v>M2.65</c:v>
                </c:pt>
                <c:pt idx="65">
                  <c:v>M2.66</c:v>
                </c:pt>
                <c:pt idx="66">
                  <c:v>M2.67</c:v>
                </c:pt>
                <c:pt idx="67">
                  <c:v>M2.68</c:v>
                </c:pt>
              </c:strCache>
            </c:strRef>
          </c:cat>
          <c:val>
            <c:numRef>
              <c:f>Sheet1!$EL$5:$HA$5</c:f>
              <c:numCache>
                <c:formatCode>General</c:formatCode>
                <c:ptCount val="68"/>
                <c:pt idx="0">
                  <c:v>4.914571844410611</c:v>
                </c:pt>
                <c:pt idx="1">
                  <c:v>5.281809465612186</c:v>
                </c:pt>
                <c:pt idx="2">
                  <c:v>0.0115262766174659</c:v>
                </c:pt>
                <c:pt idx="3">
                  <c:v>0.00633945213960626</c:v>
                </c:pt>
                <c:pt idx="4">
                  <c:v>0.0584421005760721</c:v>
                </c:pt>
                <c:pt idx="5">
                  <c:v>0.17104459376909</c:v>
                </c:pt>
                <c:pt idx="6">
                  <c:v>0.872274143302181</c:v>
                </c:pt>
                <c:pt idx="7">
                  <c:v>219.277108433735</c:v>
                </c:pt>
                <c:pt idx="8">
                  <c:v>39.77591036414565</c:v>
                </c:pt>
                <c:pt idx="9">
                  <c:v>4.054287690179806</c:v>
                </c:pt>
                <c:pt idx="10">
                  <c:v>8.11103100216294</c:v>
                </c:pt>
                <c:pt idx="11">
                  <c:v>1.114839883965645</c:v>
                </c:pt>
                <c:pt idx="12">
                  <c:v>0.0802276938358388</c:v>
                </c:pt>
                <c:pt idx="13">
                  <c:v>30.9047237790232</c:v>
                </c:pt>
                <c:pt idx="14">
                  <c:v>15.41850220264317</c:v>
                </c:pt>
                <c:pt idx="15">
                  <c:v>0.111719955312018</c:v>
                </c:pt>
                <c:pt idx="16">
                  <c:v>-0.155227852311786</c:v>
                </c:pt>
                <c:pt idx="17">
                  <c:v>2.095618252744262</c:v>
                </c:pt>
                <c:pt idx="18">
                  <c:v>111.4186851211073</c:v>
                </c:pt>
                <c:pt idx="19">
                  <c:v>2.182142061901581</c:v>
                </c:pt>
                <c:pt idx="20">
                  <c:v>-0.0866712065870117</c:v>
                </c:pt>
                <c:pt idx="21">
                  <c:v>1.972265023112481</c:v>
                </c:pt>
                <c:pt idx="22">
                  <c:v>48.73256519102486</c:v>
                </c:pt>
                <c:pt idx="23">
                  <c:v>6.218931782125859</c:v>
                </c:pt>
                <c:pt idx="24">
                  <c:v>1.630871493982892</c:v>
                </c:pt>
                <c:pt idx="25">
                  <c:v>-0.0290824487421841</c:v>
                </c:pt>
                <c:pt idx="26">
                  <c:v>0.0752422339265697</c:v>
                </c:pt>
                <c:pt idx="27">
                  <c:v>25.50251256281407</c:v>
                </c:pt>
                <c:pt idx="28">
                  <c:v>630.1425661914457</c:v>
                </c:pt>
                <c:pt idx="29">
                  <c:v>18.00615384615384</c:v>
                </c:pt>
                <c:pt idx="30">
                  <c:v>0.21088756156345</c:v>
                </c:pt>
                <c:pt idx="31">
                  <c:v>-0.0613981229716691</c:v>
                </c:pt>
                <c:pt idx="32">
                  <c:v>14.92511718303418</c:v>
                </c:pt>
                <c:pt idx="33">
                  <c:v>2.524797114517583</c:v>
                </c:pt>
                <c:pt idx="34">
                  <c:v>0.280097397504132</c:v>
                </c:pt>
                <c:pt idx="35">
                  <c:v>29.36265526369375</c:v>
                </c:pt>
                <c:pt idx="36">
                  <c:v>0.0423741638669451</c:v>
                </c:pt>
                <c:pt idx="37">
                  <c:v>0.0</c:v>
                </c:pt>
                <c:pt idx="38">
                  <c:v>0.0</c:v>
                </c:pt>
                <c:pt idx="39">
                  <c:v>0.0</c:v>
                </c:pt>
                <c:pt idx="40">
                  <c:v>1723.076923076923</c:v>
                </c:pt>
                <c:pt idx="41">
                  <c:v>5.905096660808436</c:v>
                </c:pt>
                <c:pt idx="42">
                  <c:v>14.19158641662443</c:v>
                </c:pt>
                <c:pt idx="43">
                  <c:v>11.79775280898876</c:v>
                </c:pt>
                <c:pt idx="44">
                  <c:v>0.0481828193832599</c:v>
                </c:pt>
                <c:pt idx="45">
                  <c:v>73.9507959479016</c:v>
                </c:pt>
                <c:pt idx="46">
                  <c:v>58.8235294117647</c:v>
                </c:pt>
                <c:pt idx="47">
                  <c:v>0.119240269142322</c:v>
                </c:pt>
                <c:pt idx="48">
                  <c:v>-0.858895705521472</c:v>
                </c:pt>
                <c:pt idx="49">
                  <c:v>0.845751107531212</c:v>
                </c:pt>
                <c:pt idx="50">
                  <c:v>19.44444444444445</c:v>
                </c:pt>
                <c:pt idx="51">
                  <c:v>2.02020202020202</c:v>
                </c:pt>
                <c:pt idx="52">
                  <c:v>-0.476190476190476</c:v>
                </c:pt>
                <c:pt idx="53">
                  <c:v>1.279122887163088</c:v>
                </c:pt>
                <c:pt idx="54">
                  <c:v>5.07302932322444</c:v>
                </c:pt>
                <c:pt idx="55">
                  <c:v>27.1551724137931</c:v>
                </c:pt>
                <c:pt idx="56">
                  <c:v>2.42859798029862</c:v>
                </c:pt>
                <c:pt idx="57">
                  <c:v>-0.203903291581707</c:v>
                </c:pt>
                <c:pt idx="58">
                  <c:v>0.882485366951823</c:v>
                </c:pt>
                <c:pt idx="59">
                  <c:v>108.5133418043202</c:v>
                </c:pt>
                <c:pt idx="60">
                  <c:v>303.125</c:v>
                </c:pt>
                <c:pt idx="61">
                  <c:v>10.17754788200755</c:v>
                </c:pt>
                <c:pt idx="62">
                  <c:v>0.90820629257217</c:v>
                </c:pt>
                <c:pt idx="63">
                  <c:v>-0.354071825998988</c:v>
                </c:pt>
                <c:pt idx="64">
                  <c:v>19.45171339563863</c:v>
                </c:pt>
                <c:pt idx="65">
                  <c:v>3.703703703703703</c:v>
                </c:pt>
                <c:pt idx="66">
                  <c:v>0.377550714649567</c:v>
                </c:pt>
                <c:pt idx="67">
                  <c:v>49.19711426576681</c:v>
                </c:pt>
              </c:numCache>
            </c:numRef>
          </c:val>
        </c:ser>
        <c:ser>
          <c:idx val="4"/>
          <c:order val="4"/>
          <c:tx>
            <c:strRef>
              <c:f>Sheet1!$EK$6</c:f>
              <c:strCache>
                <c:ptCount val="1"/>
                <c:pt idx="0">
                  <c:v>Detroit</c:v>
                </c:pt>
              </c:strCache>
            </c:strRef>
          </c:tx>
          <c:invertIfNegative val="0"/>
          <c:cat>
            <c:strRef>
              <c:f>Sheet1!$EL$1:$HA$1</c:f>
              <c:strCache>
                <c:ptCount val="68"/>
                <c:pt idx="0">
                  <c:v>M2.1</c:v>
                </c:pt>
                <c:pt idx="1">
                  <c:v>M2.2</c:v>
                </c:pt>
                <c:pt idx="2">
                  <c:v>M2.3</c:v>
                </c:pt>
                <c:pt idx="3">
                  <c:v>M2.4</c:v>
                </c:pt>
                <c:pt idx="4">
                  <c:v>M2.5</c:v>
                </c:pt>
                <c:pt idx="5">
                  <c:v>M2.6</c:v>
                </c:pt>
                <c:pt idx="6">
                  <c:v>M2.7</c:v>
                </c:pt>
                <c:pt idx="7">
                  <c:v>M2.8</c:v>
                </c:pt>
                <c:pt idx="8">
                  <c:v>M2.9</c:v>
                </c:pt>
                <c:pt idx="9">
                  <c:v>M2.10</c:v>
                </c:pt>
                <c:pt idx="10">
                  <c:v>M2.11</c:v>
                </c:pt>
                <c:pt idx="11">
                  <c:v>M2.12</c:v>
                </c:pt>
                <c:pt idx="12">
                  <c:v>M2.13</c:v>
                </c:pt>
                <c:pt idx="13">
                  <c:v>M2.14</c:v>
                </c:pt>
                <c:pt idx="14">
                  <c:v>M2.15</c:v>
                </c:pt>
                <c:pt idx="15">
                  <c:v>M2.16</c:v>
                </c:pt>
                <c:pt idx="16">
                  <c:v>M2.17</c:v>
                </c:pt>
                <c:pt idx="17">
                  <c:v>M2.18</c:v>
                </c:pt>
                <c:pt idx="18">
                  <c:v>M2.19</c:v>
                </c:pt>
                <c:pt idx="19">
                  <c:v>M2.20</c:v>
                </c:pt>
                <c:pt idx="20">
                  <c:v>M2.21</c:v>
                </c:pt>
                <c:pt idx="21">
                  <c:v>M2.22</c:v>
                </c:pt>
                <c:pt idx="22">
                  <c:v>M2.23</c:v>
                </c:pt>
                <c:pt idx="23">
                  <c:v>M2.24</c:v>
                </c:pt>
                <c:pt idx="24">
                  <c:v>M2.25</c:v>
                </c:pt>
                <c:pt idx="25">
                  <c:v>M2.26</c:v>
                </c:pt>
                <c:pt idx="26">
                  <c:v>M2.27</c:v>
                </c:pt>
                <c:pt idx="27">
                  <c:v>M2.28</c:v>
                </c:pt>
                <c:pt idx="28">
                  <c:v>M2.29</c:v>
                </c:pt>
                <c:pt idx="29">
                  <c:v>M2.30</c:v>
                </c:pt>
                <c:pt idx="30">
                  <c:v>M2.31</c:v>
                </c:pt>
                <c:pt idx="31">
                  <c:v>M2.32</c:v>
                </c:pt>
                <c:pt idx="32">
                  <c:v>M2.33</c:v>
                </c:pt>
                <c:pt idx="33">
                  <c:v>M2.34</c:v>
                </c:pt>
                <c:pt idx="34">
                  <c:v>M2.35</c:v>
                </c:pt>
                <c:pt idx="35">
                  <c:v>M2.36</c:v>
                </c:pt>
                <c:pt idx="36">
                  <c:v>M2.37</c:v>
                </c:pt>
                <c:pt idx="37">
                  <c:v>M2.38</c:v>
                </c:pt>
                <c:pt idx="38">
                  <c:v>M2.39</c:v>
                </c:pt>
                <c:pt idx="39">
                  <c:v>M2.40</c:v>
                </c:pt>
                <c:pt idx="40">
                  <c:v>M2.41</c:v>
                </c:pt>
                <c:pt idx="41">
                  <c:v>M2.42</c:v>
                </c:pt>
                <c:pt idx="42">
                  <c:v>M2.43</c:v>
                </c:pt>
                <c:pt idx="43">
                  <c:v>M2.44</c:v>
                </c:pt>
                <c:pt idx="44">
                  <c:v>M2.45</c:v>
                </c:pt>
                <c:pt idx="45">
                  <c:v>M2.46</c:v>
                </c:pt>
                <c:pt idx="46">
                  <c:v>M2.47</c:v>
                </c:pt>
                <c:pt idx="47">
                  <c:v>M2.48</c:v>
                </c:pt>
                <c:pt idx="48">
                  <c:v>M2.49</c:v>
                </c:pt>
                <c:pt idx="49">
                  <c:v>M2.50</c:v>
                </c:pt>
                <c:pt idx="50">
                  <c:v>M2.51</c:v>
                </c:pt>
                <c:pt idx="51">
                  <c:v>M2.52</c:v>
                </c:pt>
                <c:pt idx="52">
                  <c:v>M2.53</c:v>
                </c:pt>
                <c:pt idx="53">
                  <c:v>M2.54</c:v>
                </c:pt>
                <c:pt idx="54">
                  <c:v>M2.55</c:v>
                </c:pt>
                <c:pt idx="55">
                  <c:v>M2.56</c:v>
                </c:pt>
                <c:pt idx="56">
                  <c:v>M2.57</c:v>
                </c:pt>
                <c:pt idx="57">
                  <c:v>M2.58</c:v>
                </c:pt>
                <c:pt idx="58">
                  <c:v>M2.59</c:v>
                </c:pt>
                <c:pt idx="59">
                  <c:v>M2.60</c:v>
                </c:pt>
                <c:pt idx="60">
                  <c:v>M2.61</c:v>
                </c:pt>
                <c:pt idx="61">
                  <c:v>M2.62</c:v>
                </c:pt>
                <c:pt idx="62">
                  <c:v>M2.63</c:v>
                </c:pt>
                <c:pt idx="63">
                  <c:v>M2.64</c:v>
                </c:pt>
                <c:pt idx="64">
                  <c:v>M2.65</c:v>
                </c:pt>
                <c:pt idx="65">
                  <c:v>M2.66</c:v>
                </c:pt>
                <c:pt idx="66">
                  <c:v>M2.67</c:v>
                </c:pt>
                <c:pt idx="67">
                  <c:v>M2.68</c:v>
                </c:pt>
              </c:strCache>
            </c:strRef>
          </c:cat>
          <c:val>
            <c:numRef>
              <c:f>Sheet1!$EL$6:$HA$6</c:f>
              <c:numCache>
                <c:formatCode>General</c:formatCode>
                <c:ptCount val="68"/>
                <c:pt idx="0">
                  <c:v>41.32237010653946</c:v>
                </c:pt>
                <c:pt idx="1">
                  <c:v>46.02377036276843</c:v>
                </c:pt>
                <c:pt idx="2">
                  <c:v>0.258303858997412</c:v>
                </c:pt>
                <c:pt idx="3">
                  <c:v>0.0955528331587925</c:v>
                </c:pt>
                <c:pt idx="4">
                  <c:v>0.564940305568697</c:v>
                </c:pt>
                <c:pt idx="5">
                  <c:v>-0.0855222968845449</c:v>
                </c:pt>
                <c:pt idx="6">
                  <c:v>39.25233644859812</c:v>
                </c:pt>
                <c:pt idx="7">
                  <c:v>8400.0</c:v>
                </c:pt>
                <c:pt idx="8">
                  <c:v>658.8235294117643</c:v>
                </c:pt>
                <c:pt idx="9">
                  <c:v>51.73755186721991</c:v>
                </c:pt>
                <c:pt idx="10">
                  <c:v>15.39293439077145</c:v>
                </c:pt>
                <c:pt idx="11">
                  <c:v>39.65644730106363</c:v>
                </c:pt>
                <c:pt idx="12">
                  <c:v>0.909247196806174</c:v>
                </c:pt>
                <c:pt idx="13">
                  <c:v>273.9791833466771</c:v>
                </c:pt>
                <c:pt idx="14">
                  <c:v>123.3480176211454</c:v>
                </c:pt>
                <c:pt idx="15">
                  <c:v>1.657179337128265</c:v>
                </c:pt>
                <c:pt idx="16">
                  <c:v>0.155227852311786</c:v>
                </c:pt>
                <c:pt idx="17">
                  <c:v>11.87517009888415</c:v>
                </c:pt>
                <c:pt idx="18">
                  <c:v>460.2076124567474</c:v>
                </c:pt>
                <c:pt idx="19">
                  <c:v>431.4406590959697</c:v>
                </c:pt>
                <c:pt idx="20">
                  <c:v>0.260013619761035</c:v>
                </c:pt>
                <c:pt idx="21">
                  <c:v>3.266563944530046</c:v>
                </c:pt>
                <c:pt idx="22">
                  <c:v>461.6858702243784</c:v>
                </c:pt>
                <c:pt idx="23">
                  <c:v>87.21311475409838</c:v>
                </c:pt>
                <c:pt idx="24">
                  <c:v>14.15862721510862</c:v>
                </c:pt>
                <c:pt idx="25">
                  <c:v>0.0581648974843682</c:v>
                </c:pt>
                <c:pt idx="26">
                  <c:v>0.128986686731262</c:v>
                </c:pt>
                <c:pt idx="27">
                  <c:v>110.2763819095477</c:v>
                </c:pt>
                <c:pt idx="28">
                  <c:v>5.70264765784114</c:v>
                </c:pt>
                <c:pt idx="29">
                  <c:v>0.129230769230769</c:v>
                </c:pt>
                <c:pt idx="30">
                  <c:v>4.6762024520591</c:v>
                </c:pt>
                <c:pt idx="31">
                  <c:v>1.657749320235067</c:v>
                </c:pt>
                <c:pt idx="32">
                  <c:v>46.63598948210815</c:v>
                </c:pt>
                <c:pt idx="33">
                  <c:v>6.816952209197474</c:v>
                </c:pt>
                <c:pt idx="34">
                  <c:v>5.563752850422986</c:v>
                </c:pt>
                <c:pt idx="35">
                  <c:v>172.374940609516</c:v>
                </c:pt>
                <c:pt idx="36">
                  <c:v>0.0847483277338902</c:v>
                </c:pt>
                <c:pt idx="37">
                  <c:v>-0.0176924049033236</c:v>
                </c:pt>
                <c:pt idx="38">
                  <c:v>0.0</c:v>
                </c:pt>
                <c:pt idx="39">
                  <c:v>4044.444444444444</c:v>
                </c:pt>
                <c:pt idx="40">
                  <c:v>60307.6923076923</c:v>
                </c:pt>
                <c:pt idx="41">
                  <c:v>32.4780316344464</c:v>
                </c:pt>
                <c:pt idx="42">
                  <c:v>9.57932083122149</c:v>
                </c:pt>
                <c:pt idx="43">
                  <c:v>47.19101123595505</c:v>
                </c:pt>
                <c:pt idx="44">
                  <c:v>0.19273127753304</c:v>
                </c:pt>
                <c:pt idx="45">
                  <c:v>403.1837916063676</c:v>
                </c:pt>
                <c:pt idx="46">
                  <c:v>152.9411764705882</c:v>
                </c:pt>
                <c:pt idx="47">
                  <c:v>2.742526190273401</c:v>
                </c:pt>
                <c:pt idx="48">
                  <c:v>4.29447852760736</c:v>
                </c:pt>
                <c:pt idx="49">
                  <c:v>5.920257752718486</c:v>
                </c:pt>
                <c:pt idx="50">
                  <c:v>161.1111111111111</c:v>
                </c:pt>
                <c:pt idx="51">
                  <c:v>137.3737373737374</c:v>
                </c:pt>
                <c:pt idx="52">
                  <c:v>1.42857142857143</c:v>
                </c:pt>
                <c:pt idx="53">
                  <c:v>0.0</c:v>
                </c:pt>
                <c:pt idx="54">
                  <c:v>15.06299475972795</c:v>
                </c:pt>
                <c:pt idx="55">
                  <c:v>141.8103448275862</c:v>
                </c:pt>
                <c:pt idx="56">
                  <c:v>6.331701877207111</c:v>
                </c:pt>
                <c:pt idx="57">
                  <c:v>0.0</c:v>
                </c:pt>
                <c:pt idx="58">
                  <c:v>0.315173345339937</c:v>
                </c:pt>
                <c:pt idx="59">
                  <c:v>334.4345616264295</c:v>
                </c:pt>
                <c:pt idx="60">
                  <c:v>0.0</c:v>
                </c:pt>
                <c:pt idx="61">
                  <c:v>0.195722074653991</c:v>
                </c:pt>
                <c:pt idx="62">
                  <c:v>21.87263487944643</c:v>
                </c:pt>
                <c:pt idx="63">
                  <c:v>2.12443095599393</c:v>
                </c:pt>
                <c:pt idx="64">
                  <c:v>28.43613707165109</c:v>
                </c:pt>
                <c:pt idx="65">
                  <c:v>3.703703703703703</c:v>
                </c:pt>
                <c:pt idx="66">
                  <c:v>12.9206244568963</c:v>
                </c:pt>
                <c:pt idx="67">
                  <c:v>72.65534093553636</c:v>
                </c:pt>
              </c:numCache>
            </c:numRef>
          </c:val>
        </c:ser>
        <c:ser>
          <c:idx val="5"/>
          <c:order val="5"/>
          <c:tx>
            <c:strRef>
              <c:f>Sheet1!$EK$7</c:f>
              <c:strCache>
                <c:ptCount val="1"/>
                <c:pt idx="0">
                  <c:v>Philadelphia</c:v>
                </c:pt>
              </c:strCache>
            </c:strRef>
          </c:tx>
          <c:invertIfNegative val="0"/>
          <c:cat>
            <c:strRef>
              <c:f>Sheet1!$EL$1:$HA$1</c:f>
              <c:strCache>
                <c:ptCount val="68"/>
                <c:pt idx="0">
                  <c:v>M2.1</c:v>
                </c:pt>
                <c:pt idx="1">
                  <c:v>M2.2</c:v>
                </c:pt>
                <c:pt idx="2">
                  <c:v>M2.3</c:v>
                </c:pt>
                <c:pt idx="3">
                  <c:v>M2.4</c:v>
                </c:pt>
                <c:pt idx="4">
                  <c:v>M2.5</c:v>
                </c:pt>
                <c:pt idx="5">
                  <c:v>M2.6</c:v>
                </c:pt>
                <c:pt idx="6">
                  <c:v>M2.7</c:v>
                </c:pt>
                <c:pt idx="7">
                  <c:v>M2.8</c:v>
                </c:pt>
                <c:pt idx="8">
                  <c:v>M2.9</c:v>
                </c:pt>
                <c:pt idx="9">
                  <c:v>M2.10</c:v>
                </c:pt>
                <c:pt idx="10">
                  <c:v>M2.11</c:v>
                </c:pt>
                <c:pt idx="11">
                  <c:v>M2.12</c:v>
                </c:pt>
                <c:pt idx="12">
                  <c:v>M2.13</c:v>
                </c:pt>
                <c:pt idx="13">
                  <c:v>M2.14</c:v>
                </c:pt>
                <c:pt idx="14">
                  <c:v>M2.15</c:v>
                </c:pt>
                <c:pt idx="15">
                  <c:v>M2.16</c:v>
                </c:pt>
                <c:pt idx="16">
                  <c:v>M2.17</c:v>
                </c:pt>
                <c:pt idx="17">
                  <c:v>M2.18</c:v>
                </c:pt>
                <c:pt idx="18">
                  <c:v>M2.19</c:v>
                </c:pt>
                <c:pt idx="19">
                  <c:v>M2.20</c:v>
                </c:pt>
                <c:pt idx="20">
                  <c:v>M2.21</c:v>
                </c:pt>
                <c:pt idx="21">
                  <c:v>M2.22</c:v>
                </c:pt>
                <c:pt idx="22">
                  <c:v>M2.23</c:v>
                </c:pt>
                <c:pt idx="23">
                  <c:v>M2.24</c:v>
                </c:pt>
                <c:pt idx="24">
                  <c:v>M2.25</c:v>
                </c:pt>
                <c:pt idx="25">
                  <c:v>M2.26</c:v>
                </c:pt>
                <c:pt idx="26">
                  <c:v>M2.27</c:v>
                </c:pt>
                <c:pt idx="27">
                  <c:v>M2.28</c:v>
                </c:pt>
                <c:pt idx="28">
                  <c:v>M2.29</c:v>
                </c:pt>
                <c:pt idx="29">
                  <c:v>M2.30</c:v>
                </c:pt>
                <c:pt idx="30">
                  <c:v>M2.31</c:v>
                </c:pt>
                <c:pt idx="31">
                  <c:v>M2.32</c:v>
                </c:pt>
                <c:pt idx="32">
                  <c:v>M2.33</c:v>
                </c:pt>
                <c:pt idx="33">
                  <c:v>M2.34</c:v>
                </c:pt>
                <c:pt idx="34">
                  <c:v>M2.35</c:v>
                </c:pt>
                <c:pt idx="35">
                  <c:v>M2.36</c:v>
                </c:pt>
                <c:pt idx="36">
                  <c:v>M2.37</c:v>
                </c:pt>
                <c:pt idx="37">
                  <c:v>M2.38</c:v>
                </c:pt>
                <c:pt idx="38">
                  <c:v>M2.39</c:v>
                </c:pt>
                <c:pt idx="39">
                  <c:v>M2.40</c:v>
                </c:pt>
                <c:pt idx="40">
                  <c:v>M2.41</c:v>
                </c:pt>
                <c:pt idx="41">
                  <c:v>M2.42</c:v>
                </c:pt>
                <c:pt idx="42">
                  <c:v>M2.43</c:v>
                </c:pt>
                <c:pt idx="43">
                  <c:v>M2.44</c:v>
                </c:pt>
                <c:pt idx="44">
                  <c:v>M2.45</c:v>
                </c:pt>
                <c:pt idx="45">
                  <c:v>M2.46</c:v>
                </c:pt>
                <c:pt idx="46">
                  <c:v>M2.47</c:v>
                </c:pt>
                <c:pt idx="47">
                  <c:v>M2.48</c:v>
                </c:pt>
                <c:pt idx="48">
                  <c:v>M2.49</c:v>
                </c:pt>
                <c:pt idx="49">
                  <c:v>M2.50</c:v>
                </c:pt>
                <c:pt idx="50">
                  <c:v>M2.51</c:v>
                </c:pt>
                <c:pt idx="51">
                  <c:v>M2.52</c:v>
                </c:pt>
                <c:pt idx="52">
                  <c:v>M2.53</c:v>
                </c:pt>
                <c:pt idx="53">
                  <c:v>M2.54</c:v>
                </c:pt>
                <c:pt idx="54">
                  <c:v>M2.55</c:v>
                </c:pt>
                <c:pt idx="55">
                  <c:v>M2.56</c:v>
                </c:pt>
                <c:pt idx="56">
                  <c:v>M2.57</c:v>
                </c:pt>
                <c:pt idx="57">
                  <c:v>M2.58</c:v>
                </c:pt>
                <c:pt idx="58">
                  <c:v>M2.59</c:v>
                </c:pt>
                <c:pt idx="59">
                  <c:v>M2.60</c:v>
                </c:pt>
                <c:pt idx="60">
                  <c:v>M2.61</c:v>
                </c:pt>
                <c:pt idx="61">
                  <c:v>M2.62</c:v>
                </c:pt>
                <c:pt idx="62">
                  <c:v>M2.63</c:v>
                </c:pt>
                <c:pt idx="63">
                  <c:v>M2.64</c:v>
                </c:pt>
                <c:pt idx="64">
                  <c:v>M2.65</c:v>
                </c:pt>
                <c:pt idx="65">
                  <c:v>M2.66</c:v>
                </c:pt>
                <c:pt idx="66">
                  <c:v>M2.67</c:v>
                </c:pt>
                <c:pt idx="67">
                  <c:v>M2.68</c:v>
                </c:pt>
              </c:strCache>
            </c:strRef>
          </c:cat>
          <c:val>
            <c:numRef>
              <c:f>Sheet1!$EL$7:$HA$7</c:f>
              <c:numCache>
                <c:formatCode>General</c:formatCode>
                <c:ptCount val="68"/>
                <c:pt idx="0">
                  <c:v>88.08477635120477</c:v>
                </c:pt>
                <c:pt idx="1">
                  <c:v>98.65524810041889</c:v>
                </c:pt>
                <c:pt idx="2">
                  <c:v>0.576083305340947</c:v>
                </c:pt>
                <c:pt idx="3">
                  <c:v>0.192027768446982</c:v>
                </c:pt>
                <c:pt idx="4">
                  <c:v>4.714329446469819</c:v>
                </c:pt>
                <c:pt idx="5">
                  <c:v>1.02626756261454</c:v>
                </c:pt>
                <c:pt idx="6">
                  <c:v>277.3831775700932</c:v>
                </c:pt>
                <c:pt idx="7">
                  <c:v>45053.01204819276</c:v>
                </c:pt>
                <c:pt idx="8">
                  <c:v>1856.022408963586</c:v>
                </c:pt>
                <c:pt idx="9">
                  <c:v>96.03215767634853</c:v>
                </c:pt>
                <c:pt idx="10">
                  <c:v>163.013698630137</c:v>
                </c:pt>
                <c:pt idx="11">
                  <c:v>67.2089187190717</c:v>
                </c:pt>
                <c:pt idx="12">
                  <c:v>1.684781570552616</c:v>
                </c:pt>
                <c:pt idx="13">
                  <c:v>628.5028022417934</c:v>
                </c:pt>
                <c:pt idx="14">
                  <c:v>302.2026431718061</c:v>
                </c:pt>
                <c:pt idx="15">
                  <c:v>7.708676916529233</c:v>
                </c:pt>
                <c:pt idx="16">
                  <c:v>15.36755737886684</c:v>
                </c:pt>
                <c:pt idx="17">
                  <c:v>3.492697087907103</c:v>
                </c:pt>
                <c:pt idx="18">
                  <c:v>1046.36678200692</c:v>
                </c:pt>
                <c:pt idx="19">
                  <c:v>417.1008684034736</c:v>
                </c:pt>
                <c:pt idx="20">
                  <c:v>24.70129387729834</c:v>
                </c:pt>
                <c:pt idx="21">
                  <c:v>30.93990755007704</c:v>
                </c:pt>
                <c:pt idx="22">
                  <c:v>2674.51788963008</c:v>
                </c:pt>
                <c:pt idx="23">
                  <c:v>1116.742464304601</c:v>
                </c:pt>
                <c:pt idx="24">
                  <c:v>54.64417997594108</c:v>
                </c:pt>
                <c:pt idx="25">
                  <c:v>2.559255489312198</c:v>
                </c:pt>
                <c:pt idx="26">
                  <c:v>0.171982248975017</c:v>
                </c:pt>
                <c:pt idx="27">
                  <c:v>679.4221105527636</c:v>
                </c:pt>
                <c:pt idx="28">
                  <c:v>1402.851323828921</c:v>
                </c:pt>
                <c:pt idx="29">
                  <c:v>12.88</c:v>
                </c:pt>
                <c:pt idx="30">
                  <c:v>29.54259666771456</c:v>
                </c:pt>
                <c:pt idx="31">
                  <c:v>23.88386983597928</c:v>
                </c:pt>
                <c:pt idx="32">
                  <c:v>262.089859380359</c:v>
                </c:pt>
                <c:pt idx="33">
                  <c:v>2956.53742110009</c:v>
                </c:pt>
                <c:pt idx="34">
                  <c:v>20.82906101439818</c:v>
                </c:pt>
                <c:pt idx="35">
                  <c:v>666.6938166021858</c:v>
                </c:pt>
                <c:pt idx="36">
                  <c:v>0.338993310935561</c:v>
                </c:pt>
                <c:pt idx="37">
                  <c:v>0.0</c:v>
                </c:pt>
                <c:pt idx="38">
                  <c:v>0.0</c:v>
                </c:pt>
                <c:pt idx="39">
                  <c:v>33288.8888888889</c:v>
                </c:pt>
                <c:pt idx="40">
                  <c:v>160892.3076923077</c:v>
                </c:pt>
                <c:pt idx="41">
                  <c:v>89.56063268892793</c:v>
                </c:pt>
                <c:pt idx="42">
                  <c:v>313.5157965872614</c:v>
                </c:pt>
                <c:pt idx="43">
                  <c:v>77.34082397003747</c:v>
                </c:pt>
                <c:pt idx="44">
                  <c:v>1.397301762114537</c:v>
                </c:pt>
                <c:pt idx="45">
                  <c:v>1097.105643994211</c:v>
                </c:pt>
                <c:pt idx="46">
                  <c:v>329.4117647058821</c:v>
                </c:pt>
                <c:pt idx="47">
                  <c:v>12.46060812537263</c:v>
                </c:pt>
                <c:pt idx="48">
                  <c:v>68.7116564417178</c:v>
                </c:pt>
                <c:pt idx="49">
                  <c:v>3.383004430124847</c:v>
                </c:pt>
                <c:pt idx="50">
                  <c:v>250.0</c:v>
                </c:pt>
                <c:pt idx="51">
                  <c:v>377.7777777777776</c:v>
                </c:pt>
                <c:pt idx="52">
                  <c:v>461.9047619047618</c:v>
                </c:pt>
                <c:pt idx="53">
                  <c:v>9.59342165372316</c:v>
                </c:pt>
                <c:pt idx="54">
                  <c:v>167.2538744564611</c:v>
                </c:pt>
                <c:pt idx="55">
                  <c:v>2555.603448275862</c:v>
                </c:pt>
                <c:pt idx="56">
                  <c:v>56.2046961154823</c:v>
                </c:pt>
                <c:pt idx="57">
                  <c:v>3.262452665307311</c:v>
                </c:pt>
                <c:pt idx="58">
                  <c:v>2.143178748311573</c:v>
                </c:pt>
                <c:pt idx="59">
                  <c:v>1472.935196950445</c:v>
                </c:pt>
                <c:pt idx="60">
                  <c:v>393.75</c:v>
                </c:pt>
                <c:pt idx="61">
                  <c:v>8.41604921012163</c:v>
                </c:pt>
                <c:pt idx="62">
                  <c:v>78.93826359606444</c:v>
                </c:pt>
                <c:pt idx="63">
                  <c:v>12.3925139099646</c:v>
                </c:pt>
                <c:pt idx="64">
                  <c:v>206.4672897196262</c:v>
                </c:pt>
                <c:pt idx="65">
                  <c:v>1262.962962962963</c:v>
                </c:pt>
                <c:pt idx="66">
                  <c:v>40.64962694393672</c:v>
                </c:pt>
                <c:pt idx="67">
                  <c:v>970.9099371654642</c:v>
                </c:pt>
              </c:numCache>
            </c:numRef>
          </c:val>
        </c:ser>
        <c:ser>
          <c:idx val="6"/>
          <c:order val="6"/>
          <c:tx>
            <c:strRef>
              <c:f>Sheet1!$EK$8</c:f>
              <c:strCache>
                <c:ptCount val="1"/>
                <c:pt idx="0">
                  <c:v>Chicago</c:v>
                </c:pt>
              </c:strCache>
            </c:strRef>
          </c:tx>
          <c:invertIfNegative val="0"/>
          <c:cat>
            <c:strRef>
              <c:f>Sheet1!$EL$1:$HA$1</c:f>
              <c:strCache>
                <c:ptCount val="68"/>
                <c:pt idx="0">
                  <c:v>M2.1</c:v>
                </c:pt>
                <c:pt idx="1">
                  <c:v>M2.2</c:v>
                </c:pt>
                <c:pt idx="2">
                  <c:v>M2.3</c:v>
                </c:pt>
                <c:pt idx="3">
                  <c:v>M2.4</c:v>
                </c:pt>
                <c:pt idx="4">
                  <c:v>M2.5</c:v>
                </c:pt>
                <c:pt idx="5">
                  <c:v>M2.6</c:v>
                </c:pt>
                <c:pt idx="6">
                  <c:v>M2.7</c:v>
                </c:pt>
                <c:pt idx="7">
                  <c:v>M2.8</c:v>
                </c:pt>
                <c:pt idx="8">
                  <c:v>M2.9</c:v>
                </c:pt>
                <c:pt idx="9">
                  <c:v>M2.10</c:v>
                </c:pt>
                <c:pt idx="10">
                  <c:v>M2.11</c:v>
                </c:pt>
                <c:pt idx="11">
                  <c:v>M2.12</c:v>
                </c:pt>
                <c:pt idx="12">
                  <c:v>M2.13</c:v>
                </c:pt>
                <c:pt idx="13">
                  <c:v>M2.14</c:v>
                </c:pt>
                <c:pt idx="14">
                  <c:v>M2.15</c:v>
                </c:pt>
                <c:pt idx="15">
                  <c:v>M2.16</c:v>
                </c:pt>
                <c:pt idx="16">
                  <c:v>M2.17</c:v>
                </c:pt>
                <c:pt idx="17">
                  <c:v>M2.18</c:v>
                </c:pt>
                <c:pt idx="18">
                  <c:v>M2.19</c:v>
                </c:pt>
                <c:pt idx="19">
                  <c:v>M2.20</c:v>
                </c:pt>
                <c:pt idx="20">
                  <c:v>M2.21</c:v>
                </c:pt>
                <c:pt idx="21">
                  <c:v>M2.22</c:v>
                </c:pt>
                <c:pt idx="22">
                  <c:v>M2.23</c:v>
                </c:pt>
                <c:pt idx="23">
                  <c:v>M2.24</c:v>
                </c:pt>
                <c:pt idx="24">
                  <c:v>M2.25</c:v>
                </c:pt>
                <c:pt idx="25">
                  <c:v>M2.26</c:v>
                </c:pt>
                <c:pt idx="26">
                  <c:v>M2.27</c:v>
                </c:pt>
                <c:pt idx="27">
                  <c:v>M2.28</c:v>
                </c:pt>
                <c:pt idx="28">
                  <c:v>M2.29</c:v>
                </c:pt>
                <c:pt idx="29">
                  <c:v>M2.30</c:v>
                </c:pt>
                <c:pt idx="30">
                  <c:v>M2.31</c:v>
                </c:pt>
                <c:pt idx="31">
                  <c:v>M2.32</c:v>
                </c:pt>
                <c:pt idx="32">
                  <c:v>M2.33</c:v>
                </c:pt>
                <c:pt idx="33">
                  <c:v>M2.34</c:v>
                </c:pt>
                <c:pt idx="34">
                  <c:v>M2.35</c:v>
                </c:pt>
                <c:pt idx="35">
                  <c:v>M2.36</c:v>
                </c:pt>
                <c:pt idx="36">
                  <c:v>M2.37</c:v>
                </c:pt>
                <c:pt idx="37">
                  <c:v>M2.38</c:v>
                </c:pt>
                <c:pt idx="38">
                  <c:v>M2.39</c:v>
                </c:pt>
                <c:pt idx="39">
                  <c:v>M2.40</c:v>
                </c:pt>
                <c:pt idx="40">
                  <c:v>M2.41</c:v>
                </c:pt>
                <c:pt idx="41">
                  <c:v>M2.42</c:v>
                </c:pt>
                <c:pt idx="42">
                  <c:v>M2.43</c:v>
                </c:pt>
                <c:pt idx="43">
                  <c:v>M2.44</c:v>
                </c:pt>
                <c:pt idx="44">
                  <c:v>M2.45</c:v>
                </c:pt>
                <c:pt idx="45">
                  <c:v>M2.46</c:v>
                </c:pt>
                <c:pt idx="46">
                  <c:v>M2.47</c:v>
                </c:pt>
                <c:pt idx="47">
                  <c:v>M2.48</c:v>
                </c:pt>
                <c:pt idx="48">
                  <c:v>M2.49</c:v>
                </c:pt>
                <c:pt idx="49">
                  <c:v>M2.50</c:v>
                </c:pt>
                <c:pt idx="50">
                  <c:v>M2.51</c:v>
                </c:pt>
                <c:pt idx="51">
                  <c:v>M2.52</c:v>
                </c:pt>
                <c:pt idx="52">
                  <c:v>M2.53</c:v>
                </c:pt>
                <c:pt idx="53">
                  <c:v>M2.54</c:v>
                </c:pt>
                <c:pt idx="54">
                  <c:v>M2.55</c:v>
                </c:pt>
                <c:pt idx="55">
                  <c:v>M2.56</c:v>
                </c:pt>
                <c:pt idx="56">
                  <c:v>M2.57</c:v>
                </c:pt>
                <c:pt idx="57">
                  <c:v>M2.58</c:v>
                </c:pt>
                <c:pt idx="58">
                  <c:v>M2.59</c:v>
                </c:pt>
                <c:pt idx="59">
                  <c:v>M2.60</c:v>
                </c:pt>
                <c:pt idx="60">
                  <c:v>M2.61</c:v>
                </c:pt>
                <c:pt idx="61">
                  <c:v>M2.62</c:v>
                </c:pt>
                <c:pt idx="62">
                  <c:v>M2.63</c:v>
                </c:pt>
                <c:pt idx="63">
                  <c:v>M2.64</c:v>
                </c:pt>
                <c:pt idx="64">
                  <c:v>M2.65</c:v>
                </c:pt>
                <c:pt idx="65">
                  <c:v>M2.66</c:v>
                </c:pt>
                <c:pt idx="66">
                  <c:v>M2.67</c:v>
                </c:pt>
                <c:pt idx="67">
                  <c:v>M2.68</c:v>
                </c:pt>
              </c:strCache>
            </c:strRef>
          </c:cat>
          <c:val>
            <c:numRef>
              <c:f>Sheet1!$EL$8:$HA$8</c:f>
              <c:numCache>
                <c:formatCode>General</c:formatCode>
                <c:ptCount val="68"/>
                <c:pt idx="0">
                  <c:v>160.071059526951</c:v>
                </c:pt>
                <c:pt idx="1">
                  <c:v>169.7939845369308</c:v>
                </c:pt>
                <c:pt idx="2">
                  <c:v>1.195044359698868</c:v>
                </c:pt>
                <c:pt idx="3">
                  <c:v>0.35696878684292</c:v>
                </c:pt>
                <c:pt idx="4">
                  <c:v>5.551999554726851</c:v>
                </c:pt>
                <c:pt idx="5">
                  <c:v>1.02626756261454</c:v>
                </c:pt>
                <c:pt idx="6">
                  <c:v>325.3582554517134</c:v>
                </c:pt>
                <c:pt idx="7">
                  <c:v>37378.31325301204</c:v>
                </c:pt>
                <c:pt idx="8">
                  <c:v>1493.557422969188</c:v>
                </c:pt>
                <c:pt idx="9">
                  <c:v>123.0204011065007</c:v>
                </c:pt>
                <c:pt idx="10">
                  <c:v>328.4426820475846</c:v>
                </c:pt>
                <c:pt idx="11">
                  <c:v>163.8814629429498</c:v>
                </c:pt>
                <c:pt idx="12">
                  <c:v>0.855762067582281</c:v>
                </c:pt>
                <c:pt idx="13">
                  <c:v>2098.478783026421</c:v>
                </c:pt>
                <c:pt idx="14">
                  <c:v>292.9515418502202</c:v>
                </c:pt>
                <c:pt idx="15">
                  <c:v>2.699898920040432</c:v>
                </c:pt>
                <c:pt idx="16">
                  <c:v>0.155227852311786</c:v>
                </c:pt>
                <c:pt idx="17">
                  <c:v>0.444525083915449</c:v>
                </c:pt>
                <c:pt idx="18">
                  <c:v>6547.058823529411</c:v>
                </c:pt>
                <c:pt idx="19">
                  <c:v>1169.004676018704</c:v>
                </c:pt>
                <c:pt idx="20">
                  <c:v>41.4288367485916</c:v>
                </c:pt>
                <c:pt idx="21">
                  <c:v>31.86440677966101</c:v>
                </c:pt>
                <c:pt idx="22">
                  <c:v>5416.785930867192</c:v>
                </c:pt>
                <c:pt idx="23">
                  <c:v>-0.14806980433633</c:v>
                </c:pt>
                <c:pt idx="24">
                  <c:v>-0.00665661834278731</c:v>
                </c:pt>
                <c:pt idx="25">
                  <c:v>71.22291696960884</c:v>
                </c:pt>
                <c:pt idx="26">
                  <c:v>0.999646822167283</c:v>
                </c:pt>
                <c:pt idx="27">
                  <c:v>540.8291457286432</c:v>
                </c:pt>
                <c:pt idx="28">
                  <c:v>1054.989816700611</c:v>
                </c:pt>
                <c:pt idx="29">
                  <c:v>-0.0430769230769231</c:v>
                </c:pt>
                <c:pt idx="30">
                  <c:v>83.95158755108454</c:v>
                </c:pt>
                <c:pt idx="31">
                  <c:v>-0.0613981229716691</c:v>
                </c:pt>
                <c:pt idx="32">
                  <c:v>248.7252772379101</c:v>
                </c:pt>
                <c:pt idx="33">
                  <c:v>-0.252479711451758</c:v>
                </c:pt>
                <c:pt idx="34">
                  <c:v>17.63340434287377</c:v>
                </c:pt>
                <c:pt idx="35">
                  <c:v>1257.557863300075</c:v>
                </c:pt>
                <c:pt idx="36">
                  <c:v>0.550864130270287</c:v>
                </c:pt>
                <c:pt idx="37">
                  <c:v>0.0530772147099709</c:v>
                </c:pt>
                <c:pt idx="38">
                  <c:v>0.0</c:v>
                </c:pt>
                <c:pt idx="39">
                  <c:v>14077.77777777778</c:v>
                </c:pt>
                <c:pt idx="40">
                  <c:v>62892.30769230769</c:v>
                </c:pt>
                <c:pt idx="41">
                  <c:v>51.1775043936731</c:v>
                </c:pt>
                <c:pt idx="42">
                  <c:v>416.7595877682039</c:v>
                </c:pt>
                <c:pt idx="43">
                  <c:v>211.7041198501873</c:v>
                </c:pt>
                <c:pt idx="44">
                  <c:v>0.433645374449339</c:v>
                </c:pt>
                <c:pt idx="45">
                  <c:v>4061.215629522432</c:v>
                </c:pt>
                <c:pt idx="46">
                  <c:v>670.5882352941176</c:v>
                </c:pt>
                <c:pt idx="47">
                  <c:v>2.384805382846435</c:v>
                </c:pt>
                <c:pt idx="48">
                  <c:v>0.0</c:v>
                </c:pt>
                <c:pt idx="49">
                  <c:v>1.691502215062424</c:v>
                </c:pt>
                <c:pt idx="50">
                  <c:v>1577.777777777778</c:v>
                </c:pt>
                <c:pt idx="51">
                  <c:v>343.4343434343434</c:v>
                </c:pt>
                <c:pt idx="52">
                  <c:v>778.0952380952378</c:v>
                </c:pt>
                <c:pt idx="53">
                  <c:v>15.34947464595706</c:v>
                </c:pt>
                <c:pt idx="54">
                  <c:v>249.5149960976698</c:v>
                </c:pt>
                <c:pt idx="55">
                  <c:v>-3.017241379310345</c:v>
                </c:pt>
                <c:pt idx="56">
                  <c:v>-0.043367821076761</c:v>
                </c:pt>
                <c:pt idx="57">
                  <c:v>3.466355956889018</c:v>
                </c:pt>
                <c:pt idx="58">
                  <c:v>7.879333633498426</c:v>
                </c:pt>
                <c:pt idx="59">
                  <c:v>916.1372299872932</c:v>
                </c:pt>
                <c:pt idx="60">
                  <c:v>87.5</c:v>
                </c:pt>
                <c:pt idx="61">
                  <c:v>-0.195722074653991</c:v>
                </c:pt>
                <c:pt idx="62">
                  <c:v>76.97048329549141</c:v>
                </c:pt>
                <c:pt idx="63">
                  <c:v>-0.354071825998988</c:v>
                </c:pt>
                <c:pt idx="64">
                  <c:v>137.2959501557633</c:v>
                </c:pt>
                <c:pt idx="65">
                  <c:v>-0.411522633744856</c:v>
                </c:pt>
                <c:pt idx="66">
                  <c:v>16.5912564048782</c:v>
                </c:pt>
                <c:pt idx="67">
                  <c:v>1290.202466837328</c:v>
                </c:pt>
              </c:numCache>
            </c:numRef>
          </c:val>
        </c:ser>
        <c:ser>
          <c:idx val="7"/>
          <c:order val="7"/>
          <c:tx>
            <c:strRef>
              <c:f>Sheet1!$EK$9</c:f>
              <c:strCache>
                <c:ptCount val="1"/>
                <c:pt idx="0">
                  <c:v>Los Angeles</c:v>
                </c:pt>
              </c:strCache>
            </c:strRef>
          </c:tx>
          <c:invertIfNegative val="0"/>
          <c:cat>
            <c:strRef>
              <c:f>Sheet1!$EL$1:$HA$1</c:f>
              <c:strCache>
                <c:ptCount val="68"/>
                <c:pt idx="0">
                  <c:v>M2.1</c:v>
                </c:pt>
                <c:pt idx="1">
                  <c:v>M2.2</c:v>
                </c:pt>
                <c:pt idx="2">
                  <c:v>M2.3</c:v>
                </c:pt>
                <c:pt idx="3">
                  <c:v>M2.4</c:v>
                </c:pt>
                <c:pt idx="4">
                  <c:v>M2.5</c:v>
                </c:pt>
                <c:pt idx="5">
                  <c:v>M2.6</c:v>
                </c:pt>
                <c:pt idx="6">
                  <c:v>M2.7</c:v>
                </c:pt>
                <c:pt idx="7">
                  <c:v>M2.8</c:v>
                </c:pt>
                <c:pt idx="8">
                  <c:v>M2.9</c:v>
                </c:pt>
                <c:pt idx="9">
                  <c:v>M2.10</c:v>
                </c:pt>
                <c:pt idx="10">
                  <c:v>M2.11</c:v>
                </c:pt>
                <c:pt idx="11">
                  <c:v>M2.12</c:v>
                </c:pt>
                <c:pt idx="12">
                  <c:v>M2.13</c:v>
                </c:pt>
                <c:pt idx="13">
                  <c:v>M2.14</c:v>
                </c:pt>
                <c:pt idx="14">
                  <c:v>M2.15</c:v>
                </c:pt>
                <c:pt idx="15">
                  <c:v>M2.16</c:v>
                </c:pt>
                <c:pt idx="16">
                  <c:v>M2.17</c:v>
                </c:pt>
                <c:pt idx="17">
                  <c:v>M2.18</c:v>
                </c:pt>
                <c:pt idx="18">
                  <c:v>M2.19</c:v>
                </c:pt>
                <c:pt idx="19">
                  <c:v>M2.20</c:v>
                </c:pt>
                <c:pt idx="20">
                  <c:v>M2.21</c:v>
                </c:pt>
                <c:pt idx="21">
                  <c:v>M2.22</c:v>
                </c:pt>
                <c:pt idx="22">
                  <c:v>M2.23</c:v>
                </c:pt>
                <c:pt idx="23">
                  <c:v>M2.24</c:v>
                </c:pt>
                <c:pt idx="24">
                  <c:v>M2.25</c:v>
                </c:pt>
                <c:pt idx="25">
                  <c:v>M2.26</c:v>
                </c:pt>
                <c:pt idx="26">
                  <c:v>M2.27</c:v>
                </c:pt>
                <c:pt idx="27">
                  <c:v>M2.28</c:v>
                </c:pt>
                <c:pt idx="28">
                  <c:v>M2.29</c:v>
                </c:pt>
                <c:pt idx="29">
                  <c:v>M2.30</c:v>
                </c:pt>
                <c:pt idx="30">
                  <c:v>M2.31</c:v>
                </c:pt>
                <c:pt idx="31">
                  <c:v>M2.32</c:v>
                </c:pt>
                <c:pt idx="32">
                  <c:v>M2.33</c:v>
                </c:pt>
                <c:pt idx="33">
                  <c:v>M2.34</c:v>
                </c:pt>
                <c:pt idx="34">
                  <c:v>M2.35</c:v>
                </c:pt>
                <c:pt idx="35">
                  <c:v>M2.36</c:v>
                </c:pt>
                <c:pt idx="36">
                  <c:v>M2.37</c:v>
                </c:pt>
                <c:pt idx="37">
                  <c:v>M2.38</c:v>
                </c:pt>
                <c:pt idx="38">
                  <c:v>M2.39</c:v>
                </c:pt>
                <c:pt idx="39">
                  <c:v>M2.40</c:v>
                </c:pt>
                <c:pt idx="40">
                  <c:v>M2.41</c:v>
                </c:pt>
                <c:pt idx="41">
                  <c:v>M2.42</c:v>
                </c:pt>
                <c:pt idx="42">
                  <c:v>M2.43</c:v>
                </c:pt>
                <c:pt idx="43">
                  <c:v>M2.44</c:v>
                </c:pt>
                <c:pt idx="44">
                  <c:v>M2.45</c:v>
                </c:pt>
                <c:pt idx="45">
                  <c:v>M2.46</c:v>
                </c:pt>
                <c:pt idx="46">
                  <c:v>M2.47</c:v>
                </c:pt>
                <c:pt idx="47">
                  <c:v>M2.48</c:v>
                </c:pt>
                <c:pt idx="48">
                  <c:v>M2.49</c:v>
                </c:pt>
                <c:pt idx="49">
                  <c:v>M2.50</c:v>
                </c:pt>
                <c:pt idx="50">
                  <c:v>M2.51</c:v>
                </c:pt>
                <c:pt idx="51">
                  <c:v>M2.52</c:v>
                </c:pt>
                <c:pt idx="52">
                  <c:v>M2.53</c:v>
                </c:pt>
                <c:pt idx="53">
                  <c:v>M2.54</c:v>
                </c:pt>
                <c:pt idx="54">
                  <c:v>M2.55</c:v>
                </c:pt>
                <c:pt idx="55">
                  <c:v>M2.56</c:v>
                </c:pt>
                <c:pt idx="56">
                  <c:v>M2.57</c:v>
                </c:pt>
                <c:pt idx="57">
                  <c:v>M2.58</c:v>
                </c:pt>
                <c:pt idx="58">
                  <c:v>M2.59</c:v>
                </c:pt>
                <c:pt idx="59">
                  <c:v>M2.60</c:v>
                </c:pt>
                <c:pt idx="60">
                  <c:v>M2.61</c:v>
                </c:pt>
                <c:pt idx="61">
                  <c:v>M2.62</c:v>
                </c:pt>
                <c:pt idx="62">
                  <c:v>M2.63</c:v>
                </c:pt>
                <c:pt idx="63">
                  <c:v>M2.64</c:v>
                </c:pt>
                <c:pt idx="64">
                  <c:v>M2.65</c:v>
                </c:pt>
                <c:pt idx="65">
                  <c:v>M2.66</c:v>
                </c:pt>
                <c:pt idx="66">
                  <c:v>M2.67</c:v>
                </c:pt>
                <c:pt idx="67">
                  <c:v>M2.68</c:v>
                </c:pt>
              </c:strCache>
            </c:strRef>
          </c:cat>
          <c:val>
            <c:numRef>
              <c:f>Sheet1!$EL$9:$HA$9</c:f>
              <c:numCache>
                <c:formatCode>General</c:formatCode>
                <c:ptCount val="68"/>
                <c:pt idx="0">
                  <c:v>231.1680671967752</c:v>
                </c:pt>
                <c:pt idx="1">
                  <c:v>232.9416009668767</c:v>
                </c:pt>
                <c:pt idx="2">
                  <c:v>0.874152818668616</c:v>
                </c:pt>
                <c:pt idx="3">
                  <c:v>0.205052461024719</c:v>
                </c:pt>
                <c:pt idx="4">
                  <c:v>2.824701527843486</c:v>
                </c:pt>
                <c:pt idx="5">
                  <c:v>0.684178375076359</c:v>
                </c:pt>
                <c:pt idx="6">
                  <c:v>172.7102803738318</c:v>
                </c:pt>
                <c:pt idx="7">
                  <c:v>34004.81927710844</c:v>
                </c:pt>
                <c:pt idx="8">
                  <c:v>3853.781512605042</c:v>
                </c:pt>
                <c:pt idx="9">
                  <c:v>126.2880359612725</c:v>
                </c:pt>
                <c:pt idx="10">
                  <c:v>165.5371304974766</c:v>
                </c:pt>
                <c:pt idx="11">
                  <c:v>56.14015129969854</c:v>
                </c:pt>
                <c:pt idx="12">
                  <c:v>1.01621745525396</c:v>
                </c:pt>
                <c:pt idx="13">
                  <c:v>536.108887109688</c:v>
                </c:pt>
                <c:pt idx="14">
                  <c:v>1449.339207048458</c:v>
                </c:pt>
                <c:pt idx="15">
                  <c:v>5.43703782518487</c:v>
                </c:pt>
                <c:pt idx="16">
                  <c:v>6.674797649406806</c:v>
                </c:pt>
                <c:pt idx="17">
                  <c:v>38.16565363331215</c:v>
                </c:pt>
                <c:pt idx="18">
                  <c:v>4095.847750865052</c:v>
                </c:pt>
                <c:pt idx="19">
                  <c:v>701.7145401914942</c:v>
                </c:pt>
                <c:pt idx="20">
                  <c:v>155.9215006500341</c:v>
                </c:pt>
                <c:pt idx="21">
                  <c:v>70.57010785824345</c:v>
                </c:pt>
                <c:pt idx="22">
                  <c:v>1598.496058217101</c:v>
                </c:pt>
                <c:pt idx="23">
                  <c:v>339.8202009518772</c:v>
                </c:pt>
                <c:pt idx="24">
                  <c:v>47.3884659823029</c:v>
                </c:pt>
                <c:pt idx="25">
                  <c:v>6.45630362076487</c:v>
                </c:pt>
                <c:pt idx="26">
                  <c:v>0.0</c:v>
                </c:pt>
                <c:pt idx="27">
                  <c:v>1133.894472361809</c:v>
                </c:pt>
                <c:pt idx="28">
                  <c:v>10809.36863543788</c:v>
                </c:pt>
                <c:pt idx="29">
                  <c:v>0.258461538461538</c:v>
                </c:pt>
                <c:pt idx="30">
                  <c:v>1.292832442628105</c:v>
                </c:pt>
                <c:pt idx="31">
                  <c:v>10.31488465924042</c:v>
                </c:pt>
                <c:pt idx="32">
                  <c:v>610.189207728364</c:v>
                </c:pt>
                <c:pt idx="33">
                  <c:v>323.9314697926058</c:v>
                </c:pt>
                <c:pt idx="34">
                  <c:v>29.4038608879906</c:v>
                </c:pt>
                <c:pt idx="35">
                  <c:v>705.273874974547</c:v>
                </c:pt>
                <c:pt idx="36">
                  <c:v>0.614425376070704</c:v>
                </c:pt>
                <c:pt idx="37">
                  <c:v>0.0884620245166182</c:v>
                </c:pt>
                <c:pt idx="38">
                  <c:v>8.38323353293413</c:v>
                </c:pt>
                <c:pt idx="39">
                  <c:v>25822.22222222222</c:v>
                </c:pt>
                <c:pt idx="40">
                  <c:v>190723.076923077</c:v>
                </c:pt>
                <c:pt idx="41">
                  <c:v>212.5834797891037</c:v>
                </c:pt>
                <c:pt idx="42">
                  <c:v>390.1503632370332</c:v>
                </c:pt>
                <c:pt idx="43">
                  <c:v>164.5131086142322</c:v>
                </c:pt>
                <c:pt idx="44">
                  <c:v>0.481828193832599</c:v>
                </c:pt>
                <c:pt idx="45">
                  <c:v>1001.881331403763</c:v>
                </c:pt>
                <c:pt idx="46">
                  <c:v>1541.176470588235</c:v>
                </c:pt>
                <c:pt idx="47">
                  <c:v>6.260114129971891</c:v>
                </c:pt>
                <c:pt idx="48">
                  <c:v>33.49693251533743</c:v>
                </c:pt>
                <c:pt idx="49">
                  <c:v>27.06403544099879</c:v>
                </c:pt>
                <c:pt idx="50">
                  <c:v>686.1111111111111</c:v>
                </c:pt>
                <c:pt idx="51">
                  <c:v>359.5959595959596</c:v>
                </c:pt>
                <c:pt idx="52">
                  <c:v>1180.952380952381</c:v>
                </c:pt>
                <c:pt idx="53">
                  <c:v>69.71219735038831</c:v>
                </c:pt>
                <c:pt idx="54">
                  <c:v>169.3611327907236</c:v>
                </c:pt>
                <c:pt idx="55">
                  <c:v>1122.413793103448</c:v>
                </c:pt>
                <c:pt idx="56">
                  <c:v>77.97534229601632</c:v>
                </c:pt>
                <c:pt idx="57">
                  <c:v>4.078065831634138</c:v>
                </c:pt>
                <c:pt idx="58">
                  <c:v>0.25213867627195</c:v>
                </c:pt>
                <c:pt idx="59">
                  <c:v>2631.003811944091</c:v>
                </c:pt>
                <c:pt idx="60">
                  <c:v>2959.375</c:v>
                </c:pt>
                <c:pt idx="61">
                  <c:v>0.195722074653991</c:v>
                </c:pt>
                <c:pt idx="62">
                  <c:v>2.951670450859552</c:v>
                </c:pt>
                <c:pt idx="63">
                  <c:v>21.95245321193728</c:v>
                </c:pt>
                <c:pt idx="64">
                  <c:v>450.0062305295951</c:v>
                </c:pt>
                <c:pt idx="65">
                  <c:v>204.5267489711934</c:v>
                </c:pt>
                <c:pt idx="66">
                  <c:v>44.7397596859737</c:v>
                </c:pt>
                <c:pt idx="67">
                  <c:v>1300.628345357226</c:v>
                </c:pt>
              </c:numCache>
            </c:numRef>
          </c:val>
        </c:ser>
        <c:ser>
          <c:idx val="8"/>
          <c:order val="8"/>
          <c:tx>
            <c:strRef>
              <c:f>Sheet1!$EK$10</c:f>
              <c:strCache>
                <c:ptCount val="1"/>
                <c:pt idx="0">
                  <c:v>Memphis</c:v>
                </c:pt>
              </c:strCache>
            </c:strRef>
          </c:tx>
          <c:invertIfNegative val="0"/>
          <c:cat>
            <c:strRef>
              <c:f>Sheet1!$EL$1:$HA$1</c:f>
              <c:strCache>
                <c:ptCount val="68"/>
                <c:pt idx="0">
                  <c:v>M2.1</c:v>
                </c:pt>
                <c:pt idx="1">
                  <c:v>M2.2</c:v>
                </c:pt>
                <c:pt idx="2">
                  <c:v>M2.3</c:v>
                </c:pt>
                <c:pt idx="3">
                  <c:v>M2.4</c:v>
                </c:pt>
                <c:pt idx="4">
                  <c:v>M2.5</c:v>
                </c:pt>
                <c:pt idx="5">
                  <c:v>M2.6</c:v>
                </c:pt>
                <c:pt idx="6">
                  <c:v>M2.7</c:v>
                </c:pt>
                <c:pt idx="7">
                  <c:v>M2.8</c:v>
                </c:pt>
                <c:pt idx="8">
                  <c:v>M2.9</c:v>
                </c:pt>
                <c:pt idx="9">
                  <c:v>M2.10</c:v>
                </c:pt>
                <c:pt idx="10">
                  <c:v>M2.11</c:v>
                </c:pt>
                <c:pt idx="11">
                  <c:v>M2.12</c:v>
                </c:pt>
                <c:pt idx="12">
                  <c:v>M2.13</c:v>
                </c:pt>
                <c:pt idx="13">
                  <c:v>M2.14</c:v>
                </c:pt>
                <c:pt idx="14">
                  <c:v>M2.15</c:v>
                </c:pt>
                <c:pt idx="15">
                  <c:v>M2.16</c:v>
                </c:pt>
                <c:pt idx="16">
                  <c:v>M2.17</c:v>
                </c:pt>
                <c:pt idx="17">
                  <c:v>M2.18</c:v>
                </c:pt>
                <c:pt idx="18">
                  <c:v>M2.19</c:v>
                </c:pt>
                <c:pt idx="19">
                  <c:v>M2.20</c:v>
                </c:pt>
                <c:pt idx="20">
                  <c:v>M2.21</c:v>
                </c:pt>
                <c:pt idx="21">
                  <c:v>M2.22</c:v>
                </c:pt>
                <c:pt idx="22">
                  <c:v>M2.23</c:v>
                </c:pt>
                <c:pt idx="23">
                  <c:v>M2.24</c:v>
                </c:pt>
                <c:pt idx="24">
                  <c:v>M2.25</c:v>
                </c:pt>
                <c:pt idx="25">
                  <c:v>M2.26</c:v>
                </c:pt>
                <c:pt idx="26">
                  <c:v>M2.27</c:v>
                </c:pt>
                <c:pt idx="27">
                  <c:v>M2.28</c:v>
                </c:pt>
                <c:pt idx="28">
                  <c:v>M2.29</c:v>
                </c:pt>
                <c:pt idx="29">
                  <c:v>M2.30</c:v>
                </c:pt>
                <c:pt idx="30">
                  <c:v>M2.31</c:v>
                </c:pt>
                <c:pt idx="31">
                  <c:v>M2.32</c:v>
                </c:pt>
                <c:pt idx="32">
                  <c:v>M2.33</c:v>
                </c:pt>
                <c:pt idx="33">
                  <c:v>M2.34</c:v>
                </c:pt>
                <c:pt idx="34">
                  <c:v>M2.35</c:v>
                </c:pt>
                <c:pt idx="35">
                  <c:v>M2.36</c:v>
                </c:pt>
                <c:pt idx="36">
                  <c:v>M2.37</c:v>
                </c:pt>
                <c:pt idx="37">
                  <c:v>M2.38</c:v>
                </c:pt>
                <c:pt idx="38">
                  <c:v>M2.39</c:v>
                </c:pt>
                <c:pt idx="39">
                  <c:v>M2.40</c:v>
                </c:pt>
                <c:pt idx="40">
                  <c:v>M2.41</c:v>
                </c:pt>
                <c:pt idx="41">
                  <c:v>M2.42</c:v>
                </c:pt>
                <c:pt idx="42">
                  <c:v>M2.43</c:v>
                </c:pt>
                <c:pt idx="43">
                  <c:v>M2.44</c:v>
                </c:pt>
                <c:pt idx="44">
                  <c:v>M2.45</c:v>
                </c:pt>
                <c:pt idx="45">
                  <c:v>M2.46</c:v>
                </c:pt>
                <c:pt idx="46">
                  <c:v>M2.47</c:v>
                </c:pt>
                <c:pt idx="47">
                  <c:v>M2.48</c:v>
                </c:pt>
                <c:pt idx="48">
                  <c:v>M2.49</c:v>
                </c:pt>
                <c:pt idx="49">
                  <c:v>M2.50</c:v>
                </c:pt>
                <c:pt idx="50">
                  <c:v>M2.51</c:v>
                </c:pt>
                <c:pt idx="51">
                  <c:v>M2.52</c:v>
                </c:pt>
                <c:pt idx="52">
                  <c:v>M2.53</c:v>
                </c:pt>
                <c:pt idx="53">
                  <c:v>M2.54</c:v>
                </c:pt>
                <c:pt idx="54">
                  <c:v>M2.55</c:v>
                </c:pt>
                <c:pt idx="55">
                  <c:v>M2.56</c:v>
                </c:pt>
                <c:pt idx="56">
                  <c:v>M2.57</c:v>
                </c:pt>
                <c:pt idx="57">
                  <c:v>M2.58</c:v>
                </c:pt>
                <c:pt idx="58">
                  <c:v>M2.59</c:v>
                </c:pt>
                <c:pt idx="59">
                  <c:v>M2.60</c:v>
                </c:pt>
                <c:pt idx="60">
                  <c:v>M2.61</c:v>
                </c:pt>
                <c:pt idx="61">
                  <c:v>M2.62</c:v>
                </c:pt>
                <c:pt idx="62">
                  <c:v>M2.63</c:v>
                </c:pt>
                <c:pt idx="63">
                  <c:v>M2.64</c:v>
                </c:pt>
                <c:pt idx="64">
                  <c:v>M2.65</c:v>
                </c:pt>
                <c:pt idx="65">
                  <c:v>M2.66</c:v>
                </c:pt>
                <c:pt idx="66">
                  <c:v>M2.67</c:v>
                </c:pt>
                <c:pt idx="67">
                  <c:v>M2.68</c:v>
                </c:pt>
              </c:strCache>
            </c:strRef>
          </c:cat>
          <c:val>
            <c:numRef>
              <c:f>Sheet1!$EL$10:$HA$10</c:f>
              <c:numCache>
                <c:formatCode>General</c:formatCode>
                <c:ptCount val="68"/>
                <c:pt idx="0">
                  <c:v>37.57045225714253</c:v>
                </c:pt>
                <c:pt idx="1">
                  <c:v>41.59048661038906</c:v>
                </c:pt>
                <c:pt idx="2">
                  <c:v>0.189722513123489</c:v>
                </c:pt>
                <c:pt idx="3">
                  <c:v>0.0444914277434185</c:v>
                </c:pt>
                <c:pt idx="4">
                  <c:v>1.149361311329419</c:v>
                </c:pt>
                <c:pt idx="5">
                  <c:v>0.427611484422725</c:v>
                </c:pt>
                <c:pt idx="6">
                  <c:v>88.09968847352025</c:v>
                </c:pt>
                <c:pt idx="7">
                  <c:v>11334.93975903614</c:v>
                </c:pt>
                <c:pt idx="8">
                  <c:v>661.6246498599437</c:v>
                </c:pt>
                <c:pt idx="9">
                  <c:v>81.02524204702624</c:v>
                </c:pt>
                <c:pt idx="10">
                  <c:v>101.802451333814</c:v>
                </c:pt>
                <c:pt idx="11">
                  <c:v>16.16517831750185</c:v>
                </c:pt>
                <c:pt idx="12">
                  <c:v>1.01621745525396</c:v>
                </c:pt>
                <c:pt idx="13">
                  <c:v>735.3082465972778</c:v>
                </c:pt>
                <c:pt idx="14">
                  <c:v>601.3215859030834</c:v>
                </c:pt>
                <c:pt idx="15">
                  <c:v>4.524658190136724</c:v>
                </c:pt>
                <c:pt idx="16">
                  <c:v>6.053886240159664</c:v>
                </c:pt>
                <c:pt idx="17">
                  <c:v>8.38247301097705</c:v>
                </c:pt>
                <c:pt idx="18">
                  <c:v>1010.034602076125</c:v>
                </c:pt>
                <c:pt idx="19">
                  <c:v>288.3544867512803</c:v>
                </c:pt>
                <c:pt idx="20">
                  <c:v>43.16226088033182</c:v>
                </c:pt>
                <c:pt idx="21">
                  <c:v>8.6286594761171</c:v>
                </c:pt>
                <c:pt idx="22">
                  <c:v>920.6549423893268</c:v>
                </c:pt>
                <c:pt idx="23">
                  <c:v>246.9804336329984</c:v>
                </c:pt>
                <c:pt idx="24">
                  <c:v>24.79590332688275</c:v>
                </c:pt>
                <c:pt idx="25">
                  <c:v>3.489893849062091</c:v>
                </c:pt>
                <c:pt idx="26">
                  <c:v>0.0537444528046926</c:v>
                </c:pt>
                <c:pt idx="27">
                  <c:v>177.286432160804</c:v>
                </c:pt>
                <c:pt idx="28">
                  <c:v>4385.336048879838</c:v>
                </c:pt>
                <c:pt idx="29">
                  <c:v>56.0</c:v>
                </c:pt>
                <c:pt idx="30">
                  <c:v>33.35691082468826</c:v>
                </c:pt>
                <c:pt idx="31">
                  <c:v>0.245592491886677</c:v>
                </c:pt>
                <c:pt idx="32">
                  <c:v>199.3483480050302</c:v>
                </c:pt>
                <c:pt idx="33">
                  <c:v>69.17944093778172</c:v>
                </c:pt>
                <c:pt idx="34">
                  <c:v>6.407227967907021</c:v>
                </c:pt>
                <c:pt idx="35">
                  <c:v>418.4891060883728</c:v>
                </c:pt>
                <c:pt idx="36">
                  <c:v>0.105935409667363</c:v>
                </c:pt>
                <c:pt idx="37">
                  <c:v>0.0176924049033236</c:v>
                </c:pt>
                <c:pt idx="38">
                  <c:v>16.76646706586826</c:v>
                </c:pt>
                <c:pt idx="39">
                  <c:v>4588.888888888889</c:v>
                </c:pt>
                <c:pt idx="40">
                  <c:v>49323.07692307692</c:v>
                </c:pt>
                <c:pt idx="41">
                  <c:v>51.6695957820738</c:v>
                </c:pt>
                <c:pt idx="42">
                  <c:v>253.9111336374388</c:v>
                </c:pt>
                <c:pt idx="43">
                  <c:v>33.42696629213482</c:v>
                </c:pt>
                <c:pt idx="44">
                  <c:v>0.481828193832599</c:v>
                </c:pt>
                <c:pt idx="45">
                  <c:v>2267.149059334298</c:v>
                </c:pt>
                <c:pt idx="46">
                  <c:v>1152.941176470588</c:v>
                </c:pt>
                <c:pt idx="47">
                  <c:v>6.02163359168725</c:v>
                </c:pt>
                <c:pt idx="48">
                  <c:v>30.92024539877301</c:v>
                </c:pt>
                <c:pt idx="49">
                  <c:v>9.86709625453081</c:v>
                </c:pt>
                <c:pt idx="50">
                  <c:v>438.888888888889</c:v>
                </c:pt>
                <c:pt idx="51">
                  <c:v>147.4747474747475</c:v>
                </c:pt>
                <c:pt idx="52">
                  <c:v>190.952380952381</c:v>
                </c:pt>
                <c:pt idx="53">
                  <c:v>5.756052992233898</c:v>
                </c:pt>
                <c:pt idx="54">
                  <c:v>58.45690712454007</c:v>
                </c:pt>
                <c:pt idx="55">
                  <c:v>760.3448275862069</c:v>
                </c:pt>
                <c:pt idx="56">
                  <c:v>21.29360014868967</c:v>
                </c:pt>
                <c:pt idx="57">
                  <c:v>0.407806583163414</c:v>
                </c:pt>
                <c:pt idx="58">
                  <c:v>0.189104007203962</c:v>
                </c:pt>
                <c:pt idx="59">
                  <c:v>407.3697585768742</c:v>
                </c:pt>
                <c:pt idx="60">
                  <c:v>721.875</c:v>
                </c:pt>
                <c:pt idx="61">
                  <c:v>48.53907451418984</c:v>
                </c:pt>
                <c:pt idx="62">
                  <c:v>101.49205319494</c:v>
                </c:pt>
                <c:pt idx="63">
                  <c:v>0.708143651997977</c:v>
                </c:pt>
                <c:pt idx="64">
                  <c:v>236.0373831775701</c:v>
                </c:pt>
                <c:pt idx="65">
                  <c:v>59.6707818930041</c:v>
                </c:pt>
                <c:pt idx="66">
                  <c:v>10.99092080424295</c:v>
                </c:pt>
                <c:pt idx="67">
                  <c:v>753.5955317663485</c:v>
                </c:pt>
              </c:numCache>
            </c:numRef>
          </c:val>
        </c:ser>
        <c:ser>
          <c:idx val="9"/>
          <c:order val="9"/>
          <c:tx>
            <c:strRef>
              <c:f>Sheet1!$EK$11</c:f>
              <c:strCache>
                <c:ptCount val="1"/>
                <c:pt idx="0">
                  <c:v>New York City</c:v>
                </c:pt>
              </c:strCache>
            </c:strRef>
          </c:tx>
          <c:invertIfNegative val="0"/>
          <c:cat>
            <c:strRef>
              <c:f>Sheet1!$EL$1:$HA$1</c:f>
              <c:strCache>
                <c:ptCount val="68"/>
                <c:pt idx="0">
                  <c:v>M2.1</c:v>
                </c:pt>
                <c:pt idx="1">
                  <c:v>M2.2</c:v>
                </c:pt>
                <c:pt idx="2">
                  <c:v>M2.3</c:v>
                </c:pt>
                <c:pt idx="3">
                  <c:v>M2.4</c:v>
                </c:pt>
                <c:pt idx="4">
                  <c:v>M2.5</c:v>
                </c:pt>
                <c:pt idx="5">
                  <c:v>M2.6</c:v>
                </c:pt>
                <c:pt idx="6">
                  <c:v>M2.7</c:v>
                </c:pt>
                <c:pt idx="7">
                  <c:v>M2.8</c:v>
                </c:pt>
                <c:pt idx="8">
                  <c:v>M2.9</c:v>
                </c:pt>
                <c:pt idx="9">
                  <c:v>M2.10</c:v>
                </c:pt>
                <c:pt idx="10">
                  <c:v>M2.11</c:v>
                </c:pt>
                <c:pt idx="11">
                  <c:v>M2.12</c:v>
                </c:pt>
                <c:pt idx="12">
                  <c:v>M2.13</c:v>
                </c:pt>
                <c:pt idx="13">
                  <c:v>M2.14</c:v>
                </c:pt>
                <c:pt idx="14">
                  <c:v>M2.15</c:v>
                </c:pt>
                <c:pt idx="15">
                  <c:v>M2.16</c:v>
                </c:pt>
                <c:pt idx="16">
                  <c:v>M2.17</c:v>
                </c:pt>
                <c:pt idx="17">
                  <c:v>M2.18</c:v>
                </c:pt>
                <c:pt idx="18">
                  <c:v>M2.19</c:v>
                </c:pt>
                <c:pt idx="19">
                  <c:v>M2.20</c:v>
                </c:pt>
                <c:pt idx="20">
                  <c:v>M2.21</c:v>
                </c:pt>
                <c:pt idx="21">
                  <c:v>M2.22</c:v>
                </c:pt>
                <c:pt idx="22">
                  <c:v>M2.23</c:v>
                </c:pt>
                <c:pt idx="23">
                  <c:v>M2.24</c:v>
                </c:pt>
                <c:pt idx="24">
                  <c:v>M2.25</c:v>
                </c:pt>
                <c:pt idx="25">
                  <c:v>M2.26</c:v>
                </c:pt>
                <c:pt idx="26">
                  <c:v>M2.27</c:v>
                </c:pt>
                <c:pt idx="27">
                  <c:v>M2.28</c:v>
                </c:pt>
                <c:pt idx="28">
                  <c:v>M2.29</c:v>
                </c:pt>
                <c:pt idx="29">
                  <c:v>M2.30</c:v>
                </c:pt>
                <c:pt idx="30">
                  <c:v>M2.31</c:v>
                </c:pt>
                <c:pt idx="31">
                  <c:v>M2.32</c:v>
                </c:pt>
                <c:pt idx="32">
                  <c:v>M2.33</c:v>
                </c:pt>
                <c:pt idx="33">
                  <c:v>M2.34</c:v>
                </c:pt>
                <c:pt idx="34">
                  <c:v>M2.35</c:v>
                </c:pt>
                <c:pt idx="35">
                  <c:v>M2.36</c:v>
                </c:pt>
                <c:pt idx="36">
                  <c:v>M2.37</c:v>
                </c:pt>
                <c:pt idx="37">
                  <c:v>M2.38</c:v>
                </c:pt>
                <c:pt idx="38">
                  <c:v>M2.39</c:v>
                </c:pt>
                <c:pt idx="39">
                  <c:v>M2.40</c:v>
                </c:pt>
                <c:pt idx="40">
                  <c:v>M2.41</c:v>
                </c:pt>
                <c:pt idx="41">
                  <c:v>M2.42</c:v>
                </c:pt>
                <c:pt idx="42">
                  <c:v>M2.43</c:v>
                </c:pt>
                <c:pt idx="43">
                  <c:v>M2.44</c:v>
                </c:pt>
                <c:pt idx="44">
                  <c:v>M2.45</c:v>
                </c:pt>
                <c:pt idx="45">
                  <c:v>M2.46</c:v>
                </c:pt>
                <c:pt idx="46">
                  <c:v>M2.47</c:v>
                </c:pt>
                <c:pt idx="47">
                  <c:v>M2.48</c:v>
                </c:pt>
                <c:pt idx="48">
                  <c:v>M2.49</c:v>
                </c:pt>
                <c:pt idx="49">
                  <c:v>M2.50</c:v>
                </c:pt>
                <c:pt idx="50">
                  <c:v>M2.51</c:v>
                </c:pt>
                <c:pt idx="51">
                  <c:v>M2.52</c:v>
                </c:pt>
                <c:pt idx="52">
                  <c:v>M2.53</c:v>
                </c:pt>
                <c:pt idx="53">
                  <c:v>M2.54</c:v>
                </c:pt>
                <c:pt idx="54">
                  <c:v>M2.55</c:v>
                </c:pt>
                <c:pt idx="55">
                  <c:v>M2.56</c:v>
                </c:pt>
                <c:pt idx="56">
                  <c:v>M2.57</c:v>
                </c:pt>
                <c:pt idx="57">
                  <c:v>M2.58</c:v>
                </c:pt>
                <c:pt idx="58">
                  <c:v>M2.59</c:v>
                </c:pt>
                <c:pt idx="59">
                  <c:v>M2.60</c:v>
                </c:pt>
                <c:pt idx="60">
                  <c:v>M2.61</c:v>
                </c:pt>
                <c:pt idx="61">
                  <c:v>M2.62</c:v>
                </c:pt>
                <c:pt idx="62">
                  <c:v>M2.63</c:v>
                </c:pt>
                <c:pt idx="63">
                  <c:v>M2.64</c:v>
                </c:pt>
                <c:pt idx="64">
                  <c:v>M2.65</c:v>
                </c:pt>
                <c:pt idx="65">
                  <c:v>M2.66</c:v>
                </c:pt>
                <c:pt idx="66">
                  <c:v>M2.67</c:v>
                </c:pt>
                <c:pt idx="67">
                  <c:v>M2.68</c:v>
                </c:pt>
              </c:strCache>
            </c:strRef>
          </c:cat>
          <c:val>
            <c:numRef>
              <c:f>Sheet1!$EL$11:$HA$11</c:f>
              <c:numCache>
                <c:formatCode>General</c:formatCode>
                <c:ptCount val="68"/>
                <c:pt idx="0">
                  <c:v>475.192510429351</c:v>
                </c:pt>
                <c:pt idx="1">
                  <c:v>525.2128197694009</c:v>
                </c:pt>
                <c:pt idx="2">
                  <c:v>3.461456130991194</c:v>
                </c:pt>
                <c:pt idx="3">
                  <c:v>0.708981274740329</c:v>
                </c:pt>
                <c:pt idx="4">
                  <c:v>11.1819219102218</c:v>
                </c:pt>
                <c:pt idx="5">
                  <c:v>1.02626756261454</c:v>
                </c:pt>
                <c:pt idx="6">
                  <c:v>801.6199376947038</c:v>
                </c:pt>
                <c:pt idx="7">
                  <c:v>189438.5542168675</c:v>
                </c:pt>
                <c:pt idx="8">
                  <c:v>8612.885154061622</c:v>
                </c:pt>
                <c:pt idx="9">
                  <c:v>280.0484094052559</c:v>
                </c:pt>
                <c:pt idx="10">
                  <c:v>546.1788031723145</c:v>
                </c:pt>
                <c:pt idx="11">
                  <c:v>252.9890222399181</c:v>
                </c:pt>
                <c:pt idx="12">
                  <c:v>3.770701610284426</c:v>
                </c:pt>
                <c:pt idx="13">
                  <c:v>3700.080064051241</c:v>
                </c:pt>
                <c:pt idx="14">
                  <c:v>21394.71365638764</c:v>
                </c:pt>
                <c:pt idx="15">
                  <c:v>345.1774219290313</c:v>
                </c:pt>
                <c:pt idx="16">
                  <c:v>37.25468455482868</c:v>
                </c:pt>
                <c:pt idx="17">
                  <c:v>149.74144969609</c:v>
                </c:pt>
                <c:pt idx="18">
                  <c:v>18442.21453287195</c:v>
                </c:pt>
                <c:pt idx="19">
                  <c:v>2698.997995991984</c:v>
                </c:pt>
                <c:pt idx="20">
                  <c:v>279.5146412431127</c:v>
                </c:pt>
                <c:pt idx="21">
                  <c:v>325.8551617873651</c:v>
                </c:pt>
                <c:pt idx="22">
                  <c:v>17098.16858702244</c:v>
                </c:pt>
                <c:pt idx="23">
                  <c:v>3997.88471708091</c:v>
                </c:pt>
                <c:pt idx="24">
                  <c:v>490.566145390054</c:v>
                </c:pt>
                <c:pt idx="25">
                  <c:v>141.3697833357569</c:v>
                </c:pt>
                <c:pt idx="26">
                  <c:v>0.376211169632849</c:v>
                </c:pt>
                <c:pt idx="27">
                  <c:v>727.2613065326635</c:v>
                </c:pt>
                <c:pt idx="28">
                  <c:v>401828.5132382892</c:v>
                </c:pt>
                <c:pt idx="29">
                  <c:v>-0.0430769230769231</c:v>
                </c:pt>
                <c:pt idx="30">
                  <c:v>431.4667819344022</c:v>
                </c:pt>
                <c:pt idx="31">
                  <c:v>201.3858433470748</c:v>
                </c:pt>
                <c:pt idx="32">
                  <c:v>5996.315879730193</c:v>
                </c:pt>
                <c:pt idx="33">
                  <c:v>-0.252479711451758</c:v>
                </c:pt>
                <c:pt idx="34">
                  <c:v>89.43382585308071</c:v>
                </c:pt>
                <c:pt idx="35">
                  <c:v>2194.78721238037</c:v>
                </c:pt>
                <c:pt idx="36">
                  <c:v>0.99579285087321</c:v>
                </c:pt>
                <c:pt idx="37">
                  <c:v>0.0530772147099709</c:v>
                </c:pt>
                <c:pt idx="38">
                  <c:v>92.21556886227544</c:v>
                </c:pt>
                <c:pt idx="39">
                  <c:v>95122.22222222219</c:v>
                </c:pt>
                <c:pt idx="40">
                  <c:v>451984.6153846153</c:v>
                </c:pt>
                <c:pt idx="41">
                  <c:v>222.9173989455184</c:v>
                </c:pt>
                <c:pt idx="42">
                  <c:v>904.0040547389761</c:v>
                </c:pt>
                <c:pt idx="43">
                  <c:v>205.1498127340822</c:v>
                </c:pt>
                <c:pt idx="44">
                  <c:v>1.397301762114537</c:v>
                </c:pt>
                <c:pt idx="45">
                  <c:v>6205.788712011577</c:v>
                </c:pt>
                <c:pt idx="46">
                  <c:v>7882.35294117647</c:v>
                </c:pt>
                <c:pt idx="47">
                  <c:v>224.0524657184226</c:v>
                </c:pt>
                <c:pt idx="48">
                  <c:v>165.7668711656442</c:v>
                </c:pt>
                <c:pt idx="49">
                  <c:v>84.01127668143377</c:v>
                </c:pt>
                <c:pt idx="50">
                  <c:v>2858.333333333335</c:v>
                </c:pt>
                <c:pt idx="51">
                  <c:v>2361.616161616162</c:v>
                </c:pt>
                <c:pt idx="52">
                  <c:v>2452.857142857142</c:v>
                </c:pt>
                <c:pt idx="53">
                  <c:v>88.25947921425308</c:v>
                </c:pt>
                <c:pt idx="54">
                  <c:v>1229.077935109823</c:v>
                </c:pt>
                <c:pt idx="55">
                  <c:v>12421.9827586207</c:v>
                </c:pt>
                <c:pt idx="56">
                  <c:v>504.4111269438075</c:v>
                </c:pt>
                <c:pt idx="57">
                  <c:v>147.6259831051559</c:v>
                </c:pt>
                <c:pt idx="58">
                  <c:v>1.764970733903647</c:v>
                </c:pt>
                <c:pt idx="59">
                  <c:v>432.2744599745869</c:v>
                </c:pt>
                <c:pt idx="60">
                  <c:v>50125.0</c:v>
                </c:pt>
                <c:pt idx="61">
                  <c:v>-0.195722074653991</c:v>
                </c:pt>
                <c:pt idx="62">
                  <c:v>784.7659206400692</c:v>
                </c:pt>
                <c:pt idx="63">
                  <c:v>1025.037936267071</c:v>
                </c:pt>
                <c:pt idx="64">
                  <c:v>2839.514018691588</c:v>
                </c:pt>
                <c:pt idx="65">
                  <c:v>-0.411522633744856</c:v>
                </c:pt>
                <c:pt idx="66">
                  <c:v>114.901267491685</c:v>
                </c:pt>
                <c:pt idx="67">
                  <c:v>2749.499650919246</c:v>
                </c:pt>
              </c:numCache>
            </c:numRef>
          </c:val>
        </c:ser>
        <c:ser>
          <c:idx val="10"/>
          <c:order val="10"/>
          <c:tx>
            <c:strRef>
              <c:f>Sheet1!$EK$12</c:f>
              <c:strCache>
                <c:ptCount val="1"/>
                <c:pt idx="0">
                  <c:v>Dallas</c:v>
                </c:pt>
              </c:strCache>
            </c:strRef>
          </c:tx>
          <c:invertIfNegative val="0"/>
          <c:cat>
            <c:strRef>
              <c:f>Sheet1!$EL$1:$HA$1</c:f>
              <c:strCache>
                <c:ptCount val="68"/>
                <c:pt idx="0">
                  <c:v>M2.1</c:v>
                </c:pt>
                <c:pt idx="1">
                  <c:v>M2.2</c:v>
                </c:pt>
                <c:pt idx="2">
                  <c:v>M2.3</c:v>
                </c:pt>
                <c:pt idx="3">
                  <c:v>M2.4</c:v>
                </c:pt>
                <c:pt idx="4">
                  <c:v>M2.5</c:v>
                </c:pt>
                <c:pt idx="5">
                  <c:v>M2.6</c:v>
                </c:pt>
                <c:pt idx="6">
                  <c:v>M2.7</c:v>
                </c:pt>
                <c:pt idx="7">
                  <c:v>M2.8</c:v>
                </c:pt>
                <c:pt idx="8">
                  <c:v>M2.9</c:v>
                </c:pt>
                <c:pt idx="9">
                  <c:v>M2.10</c:v>
                </c:pt>
                <c:pt idx="10">
                  <c:v>M2.11</c:v>
                </c:pt>
                <c:pt idx="11">
                  <c:v>M2.12</c:v>
                </c:pt>
                <c:pt idx="12">
                  <c:v>M2.13</c:v>
                </c:pt>
                <c:pt idx="13">
                  <c:v>M2.14</c:v>
                </c:pt>
                <c:pt idx="14">
                  <c:v>M2.15</c:v>
                </c:pt>
                <c:pt idx="15">
                  <c:v>M2.16</c:v>
                </c:pt>
                <c:pt idx="16">
                  <c:v>M2.17</c:v>
                </c:pt>
                <c:pt idx="17">
                  <c:v>M2.18</c:v>
                </c:pt>
                <c:pt idx="18">
                  <c:v>M2.19</c:v>
                </c:pt>
                <c:pt idx="19">
                  <c:v>M2.20</c:v>
                </c:pt>
                <c:pt idx="20">
                  <c:v>M2.21</c:v>
                </c:pt>
                <c:pt idx="21">
                  <c:v>M2.22</c:v>
                </c:pt>
                <c:pt idx="22">
                  <c:v>M2.23</c:v>
                </c:pt>
                <c:pt idx="23">
                  <c:v>M2.24</c:v>
                </c:pt>
                <c:pt idx="24">
                  <c:v>M2.25</c:v>
                </c:pt>
                <c:pt idx="25">
                  <c:v>M2.26</c:v>
                </c:pt>
                <c:pt idx="26">
                  <c:v>M2.27</c:v>
                </c:pt>
                <c:pt idx="27">
                  <c:v>M2.28</c:v>
                </c:pt>
                <c:pt idx="28">
                  <c:v>M2.29</c:v>
                </c:pt>
                <c:pt idx="29">
                  <c:v>M2.30</c:v>
                </c:pt>
                <c:pt idx="30">
                  <c:v>M2.31</c:v>
                </c:pt>
                <c:pt idx="31">
                  <c:v>M2.32</c:v>
                </c:pt>
                <c:pt idx="32">
                  <c:v>M2.33</c:v>
                </c:pt>
                <c:pt idx="33">
                  <c:v>M2.34</c:v>
                </c:pt>
                <c:pt idx="34">
                  <c:v>M2.35</c:v>
                </c:pt>
                <c:pt idx="35">
                  <c:v>M2.36</c:v>
                </c:pt>
                <c:pt idx="36">
                  <c:v>M2.37</c:v>
                </c:pt>
                <c:pt idx="37">
                  <c:v>M2.38</c:v>
                </c:pt>
                <c:pt idx="38">
                  <c:v>M2.39</c:v>
                </c:pt>
                <c:pt idx="39">
                  <c:v>M2.40</c:v>
                </c:pt>
                <c:pt idx="40">
                  <c:v>M2.41</c:v>
                </c:pt>
                <c:pt idx="41">
                  <c:v>M2.42</c:v>
                </c:pt>
                <c:pt idx="42">
                  <c:v>M2.43</c:v>
                </c:pt>
                <c:pt idx="43">
                  <c:v>M2.44</c:v>
                </c:pt>
                <c:pt idx="44">
                  <c:v>M2.45</c:v>
                </c:pt>
                <c:pt idx="45">
                  <c:v>M2.46</c:v>
                </c:pt>
                <c:pt idx="46">
                  <c:v>M2.47</c:v>
                </c:pt>
                <c:pt idx="47">
                  <c:v>M2.48</c:v>
                </c:pt>
                <c:pt idx="48">
                  <c:v>M2.49</c:v>
                </c:pt>
                <c:pt idx="49">
                  <c:v>M2.50</c:v>
                </c:pt>
                <c:pt idx="50">
                  <c:v>M2.51</c:v>
                </c:pt>
                <c:pt idx="51">
                  <c:v>M2.52</c:v>
                </c:pt>
                <c:pt idx="52">
                  <c:v>M2.53</c:v>
                </c:pt>
                <c:pt idx="53">
                  <c:v>M2.54</c:v>
                </c:pt>
                <c:pt idx="54">
                  <c:v>M2.55</c:v>
                </c:pt>
                <c:pt idx="55">
                  <c:v>M2.56</c:v>
                </c:pt>
                <c:pt idx="56">
                  <c:v>M2.57</c:v>
                </c:pt>
                <c:pt idx="57">
                  <c:v>M2.58</c:v>
                </c:pt>
                <c:pt idx="58">
                  <c:v>M2.59</c:v>
                </c:pt>
                <c:pt idx="59">
                  <c:v>M2.60</c:v>
                </c:pt>
                <c:pt idx="60">
                  <c:v>M2.61</c:v>
                </c:pt>
                <c:pt idx="61">
                  <c:v>M2.62</c:v>
                </c:pt>
                <c:pt idx="62">
                  <c:v>M2.63</c:v>
                </c:pt>
                <c:pt idx="63">
                  <c:v>M2.64</c:v>
                </c:pt>
                <c:pt idx="64">
                  <c:v>M2.65</c:v>
                </c:pt>
                <c:pt idx="65">
                  <c:v>M2.66</c:v>
                </c:pt>
                <c:pt idx="66">
                  <c:v>M2.67</c:v>
                </c:pt>
                <c:pt idx="67">
                  <c:v>M2.68</c:v>
                </c:pt>
              </c:strCache>
            </c:strRef>
          </c:cat>
          <c:val>
            <c:numRef>
              <c:f>Sheet1!$EL$12:$HA$12</c:f>
              <c:numCache>
                <c:formatCode>General</c:formatCode>
                <c:ptCount val="68"/>
                <c:pt idx="0">
                  <c:v>73.29602801404023</c:v>
                </c:pt>
                <c:pt idx="1">
                  <c:v>73.28281186505994</c:v>
                </c:pt>
                <c:pt idx="2">
                  <c:v>0.296571097367398</c:v>
                </c:pt>
                <c:pt idx="3">
                  <c:v>0.0607434777740455</c:v>
                </c:pt>
                <c:pt idx="4">
                  <c:v>0.136364901344168</c:v>
                </c:pt>
                <c:pt idx="5">
                  <c:v>0.855222968845449</c:v>
                </c:pt>
                <c:pt idx="6">
                  <c:v>80.24922118380062</c:v>
                </c:pt>
                <c:pt idx="7">
                  <c:v>5684.337349397591</c:v>
                </c:pt>
                <c:pt idx="8">
                  <c:v>516.5266106442575</c:v>
                </c:pt>
                <c:pt idx="9">
                  <c:v>40.48236514522821</c:v>
                </c:pt>
                <c:pt idx="10">
                  <c:v>92.35760634462868</c:v>
                </c:pt>
                <c:pt idx="11">
                  <c:v>16.8818611000512</c:v>
                </c:pt>
                <c:pt idx="12">
                  <c:v>0.0267425646119463</c:v>
                </c:pt>
                <c:pt idx="13">
                  <c:v>575.1801441152922</c:v>
                </c:pt>
                <c:pt idx="14">
                  <c:v>703.0837004405285</c:v>
                </c:pt>
                <c:pt idx="15">
                  <c:v>2.197159121136352</c:v>
                </c:pt>
                <c:pt idx="16">
                  <c:v>0.155227852311786</c:v>
                </c:pt>
                <c:pt idx="17">
                  <c:v>1.016057334663885</c:v>
                </c:pt>
                <c:pt idx="18">
                  <c:v>438.4083044982697</c:v>
                </c:pt>
                <c:pt idx="19">
                  <c:v>237.230015586729</c:v>
                </c:pt>
                <c:pt idx="20">
                  <c:v>35.4485234940878</c:v>
                </c:pt>
                <c:pt idx="21">
                  <c:v>11.52542372881356</c:v>
                </c:pt>
                <c:pt idx="22">
                  <c:v>836.773802304427</c:v>
                </c:pt>
                <c:pt idx="23">
                  <c:v>81.29032258064516</c:v>
                </c:pt>
                <c:pt idx="24">
                  <c:v>29.14933172306566</c:v>
                </c:pt>
                <c:pt idx="25">
                  <c:v>0.0872473462265523</c:v>
                </c:pt>
                <c:pt idx="26">
                  <c:v>0.924404588240714</c:v>
                </c:pt>
                <c:pt idx="27">
                  <c:v>267.8643216080402</c:v>
                </c:pt>
                <c:pt idx="28">
                  <c:v>39.91853360488798</c:v>
                </c:pt>
                <c:pt idx="29">
                  <c:v>357.7538461538463</c:v>
                </c:pt>
                <c:pt idx="30">
                  <c:v>4.84124489154354</c:v>
                </c:pt>
                <c:pt idx="31">
                  <c:v>-0.0613981229716691</c:v>
                </c:pt>
                <c:pt idx="32">
                  <c:v>225.0971761746885</c:v>
                </c:pt>
                <c:pt idx="33">
                  <c:v>1.767357980162308</c:v>
                </c:pt>
                <c:pt idx="34">
                  <c:v>4.32241211148422</c:v>
                </c:pt>
                <c:pt idx="35">
                  <c:v>327.2653227448585</c:v>
                </c:pt>
                <c:pt idx="36">
                  <c:v>0.0847483277338902</c:v>
                </c:pt>
                <c:pt idx="37">
                  <c:v>0.0</c:v>
                </c:pt>
                <c:pt idx="38">
                  <c:v>0.0</c:v>
                </c:pt>
                <c:pt idx="39">
                  <c:v>3422.222222222222</c:v>
                </c:pt>
                <c:pt idx="40">
                  <c:v>39738.46153846154</c:v>
                </c:pt>
                <c:pt idx="41">
                  <c:v>30.50966608084358</c:v>
                </c:pt>
                <c:pt idx="42">
                  <c:v>195.370839668863</c:v>
                </c:pt>
                <c:pt idx="43">
                  <c:v>26.87265917602996</c:v>
                </c:pt>
                <c:pt idx="44">
                  <c:v>0.0481828193832599</c:v>
                </c:pt>
                <c:pt idx="45">
                  <c:v>947.1780028943561</c:v>
                </c:pt>
                <c:pt idx="46">
                  <c:v>1141.176470588235</c:v>
                </c:pt>
                <c:pt idx="47">
                  <c:v>2.563665786559918</c:v>
                </c:pt>
                <c:pt idx="48">
                  <c:v>0.0</c:v>
                </c:pt>
                <c:pt idx="49">
                  <c:v>0.281917035843737</c:v>
                </c:pt>
                <c:pt idx="50">
                  <c:v>136.1111111111111</c:v>
                </c:pt>
                <c:pt idx="51">
                  <c:v>119.1919191919192</c:v>
                </c:pt>
                <c:pt idx="52">
                  <c:v>608.5714285714286</c:v>
                </c:pt>
                <c:pt idx="53">
                  <c:v>7.035175879396981</c:v>
                </c:pt>
                <c:pt idx="54">
                  <c:v>78.43683799754711</c:v>
                </c:pt>
                <c:pt idx="55">
                  <c:v>247.4137931034483</c:v>
                </c:pt>
                <c:pt idx="56">
                  <c:v>40.02849885385045</c:v>
                </c:pt>
                <c:pt idx="57">
                  <c:v>0.0</c:v>
                </c:pt>
                <c:pt idx="58">
                  <c:v>2.584421431787483</c:v>
                </c:pt>
                <c:pt idx="59">
                  <c:v>571.0292249047012</c:v>
                </c:pt>
                <c:pt idx="60">
                  <c:v>9.375</c:v>
                </c:pt>
                <c:pt idx="61">
                  <c:v>273.0322941423179</c:v>
                </c:pt>
                <c:pt idx="62">
                  <c:v>5.373553897718673</c:v>
                </c:pt>
                <c:pt idx="63">
                  <c:v>-0.354071825998988</c:v>
                </c:pt>
                <c:pt idx="64">
                  <c:v>303.4641744548287</c:v>
                </c:pt>
                <c:pt idx="65">
                  <c:v>0.0</c:v>
                </c:pt>
                <c:pt idx="66">
                  <c:v>8.746591556048302</c:v>
                </c:pt>
                <c:pt idx="67">
                  <c:v>572.120083779381</c:v>
                </c:pt>
              </c:numCache>
            </c:numRef>
          </c:val>
        </c:ser>
        <c:ser>
          <c:idx val="11"/>
          <c:order val="11"/>
          <c:tx>
            <c:strRef>
              <c:f>Sheet1!$EK$13</c:f>
              <c:strCache>
                <c:ptCount val="1"/>
                <c:pt idx="0">
                  <c:v>Boston</c:v>
                </c:pt>
              </c:strCache>
            </c:strRef>
          </c:tx>
          <c:invertIfNegative val="0"/>
          <c:cat>
            <c:strRef>
              <c:f>Sheet1!$EL$1:$HA$1</c:f>
              <c:strCache>
                <c:ptCount val="68"/>
                <c:pt idx="0">
                  <c:v>M2.1</c:v>
                </c:pt>
                <c:pt idx="1">
                  <c:v>M2.2</c:v>
                </c:pt>
                <c:pt idx="2">
                  <c:v>M2.3</c:v>
                </c:pt>
                <c:pt idx="3">
                  <c:v>M2.4</c:v>
                </c:pt>
                <c:pt idx="4">
                  <c:v>M2.5</c:v>
                </c:pt>
                <c:pt idx="5">
                  <c:v>M2.6</c:v>
                </c:pt>
                <c:pt idx="6">
                  <c:v>M2.7</c:v>
                </c:pt>
                <c:pt idx="7">
                  <c:v>M2.8</c:v>
                </c:pt>
                <c:pt idx="8">
                  <c:v>M2.9</c:v>
                </c:pt>
                <c:pt idx="9">
                  <c:v>M2.10</c:v>
                </c:pt>
                <c:pt idx="10">
                  <c:v>M2.11</c:v>
                </c:pt>
                <c:pt idx="11">
                  <c:v>M2.12</c:v>
                </c:pt>
                <c:pt idx="12">
                  <c:v>M2.13</c:v>
                </c:pt>
                <c:pt idx="13">
                  <c:v>M2.14</c:v>
                </c:pt>
                <c:pt idx="14">
                  <c:v>M2.15</c:v>
                </c:pt>
                <c:pt idx="15">
                  <c:v>M2.16</c:v>
                </c:pt>
                <c:pt idx="16">
                  <c:v>M2.17</c:v>
                </c:pt>
                <c:pt idx="17">
                  <c:v>M2.18</c:v>
                </c:pt>
                <c:pt idx="18">
                  <c:v>M2.19</c:v>
                </c:pt>
                <c:pt idx="19">
                  <c:v>M2.20</c:v>
                </c:pt>
                <c:pt idx="20">
                  <c:v>M2.21</c:v>
                </c:pt>
                <c:pt idx="21">
                  <c:v>M2.22</c:v>
                </c:pt>
                <c:pt idx="22">
                  <c:v>M2.23</c:v>
                </c:pt>
                <c:pt idx="23">
                  <c:v>M2.24</c:v>
                </c:pt>
                <c:pt idx="24">
                  <c:v>M2.25</c:v>
                </c:pt>
                <c:pt idx="25">
                  <c:v>M2.26</c:v>
                </c:pt>
                <c:pt idx="26">
                  <c:v>M2.27</c:v>
                </c:pt>
                <c:pt idx="27">
                  <c:v>M2.28</c:v>
                </c:pt>
                <c:pt idx="28">
                  <c:v>M2.29</c:v>
                </c:pt>
                <c:pt idx="29">
                  <c:v>M2.30</c:v>
                </c:pt>
                <c:pt idx="30">
                  <c:v>M2.31</c:v>
                </c:pt>
                <c:pt idx="31">
                  <c:v>M2.32</c:v>
                </c:pt>
                <c:pt idx="32">
                  <c:v>M2.33</c:v>
                </c:pt>
                <c:pt idx="33">
                  <c:v>M2.34</c:v>
                </c:pt>
                <c:pt idx="34">
                  <c:v>M2.35</c:v>
                </c:pt>
                <c:pt idx="35">
                  <c:v>M2.36</c:v>
                </c:pt>
                <c:pt idx="36">
                  <c:v>M2.37</c:v>
                </c:pt>
                <c:pt idx="37">
                  <c:v>M2.38</c:v>
                </c:pt>
                <c:pt idx="38">
                  <c:v>M2.39</c:v>
                </c:pt>
                <c:pt idx="39">
                  <c:v>M2.40</c:v>
                </c:pt>
                <c:pt idx="40">
                  <c:v>M2.41</c:v>
                </c:pt>
                <c:pt idx="41">
                  <c:v>M2.42</c:v>
                </c:pt>
                <c:pt idx="42">
                  <c:v>M2.43</c:v>
                </c:pt>
                <c:pt idx="43">
                  <c:v>M2.44</c:v>
                </c:pt>
                <c:pt idx="44">
                  <c:v>M2.45</c:v>
                </c:pt>
                <c:pt idx="45">
                  <c:v>M2.46</c:v>
                </c:pt>
                <c:pt idx="46">
                  <c:v>M2.47</c:v>
                </c:pt>
                <c:pt idx="47">
                  <c:v>M2.48</c:v>
                </c:pt>
                <c:pt idx="48">
                  <c:v>M2.49</c:v>
                </c:pt>
                <c:pt idx="49">
                  <c:v>M2.50</c:v>
                </c:pt>
                <c:pt idx="50">
                  <c:v>M2.51</c:v>
                </c:pt>
                <c:pt idx="51">
                  <c:v>M2.52</c:v>
                </c:pt>
                <c:pt idx="52">
                  <c:v>M2.53</c:v>
                </c:pt>
                <c:pt idx="53">
                  <c:v>M2.54</c:v>
                </c:pt>
                <c:pt idx="54">
                  <c:v>M2.55</c:v>
                </c:pt>
                <c:pt idx="55">
                  <c:v>M2.56</c:v>
                </c:pt>
                <c:pt idx="56">
                  <c:v>M2.57</c:v>
                </c:pt>
                <c:pt idx="57">
                  <c:v>M2.58</c:v>
                </c:pt>
                <c:pt idx="58">
                  <c:v>M2.59</c:v>
                </c:pt>
                <c:pt idx="59">
                  <c:v>M2.60</c:v>
                </c:pt>
                <c:pt idx="60">
                  <c:v>M2.61</c:v>
                </c:pt>
                <c:pt idx="61">
                  <c:v>M2.62</c:v>
                </c:pt>
                <c:pt idx="62">
                  <c:v>M2.63</c:v>
                </c:pt>
                <c:pt idx="63">
                  <c:v>M2.64</c:v>
                </c:pt>
                <c:pt idx="64">
                  <c:v>M2.65</c:v>
                </c:pt>
                <c:pt idx="65">
                  <c:v>M2.66</c:v>
                </c:pt>
                <c:pt idx="66">
                  <c:v>M2.67</c:v>
                </c:pt>
                <c:pt idx="67">
                  <c:v>M2.68</c:v>
                </c:pt>
              </c:strCache>
            </c:strRef>
          </c:cat>
          <c:val>
            <c:numRef>
              <c:f>Sheet1!$EL$13:$HA$13</c:f>
              <c:numCache>
                <c:formatCode>General</c:formatCode>
                <c:ptCount val="68"/>
                <c:pt idx="0">
                  <c:v>36.21604173016522</c:v>
                </c:pt>
                <c:pt idx="1">
                  <c:v>39.36001672647002</c:v>
                </c:pt>
                <c:pt idx="2">
                  <c:v>0.207472979114387</c:v>
                </c:pt>
                <c:pt idx="3">
                  <c:v>0.0337719904891752</c:v>
                </c:pt>
                <c:pt idx="4">
                  <c:v>0.525978905184649</c:v>
                </c:pt>
                <c:pt idx="5">
                  <c:v>0.34208918753818</c:v>
                </c:pt>
                <c:pt idx="6">
                  <c:v>43.61370716510903</c:v>
                </c:pt>
                <c:pt idx="7">
                  <c:v>8906.02409638554</c:v>
                </c:pt>
                <c:pt idx="8">
                  <c:v>1075.070028011205</c:v>
                </c:pt>
                <c:pt idx="9">
                  <c:v>27.53284923928077</c:v>
                </c:pt>
                <c:pt idx="10">
                  <c:v>43.97981254506128</c:v>
                </c:pt>
                <c:pt idx="11">
                  <c:v>5.335305158978441</c:v>
                </c:pt>
                <c:pt idx="12">
                  <c:v>0.0534851292238926</c:v>
                </c:pt>
                <c:pt idx="13">
                  <c:v>241.3130504403523</c:v>
                </c:pt>
                <c:pt idx="14">
                  <c:v>70.92511013215855</c:v>
                </c:pt>
                <c:pt idx="15">
                  <c:v>1.489599404160238</c:v>
                </c:pt>
                <c:pt idx="16">
                  <c:v>0.155227852311786</c:v>
                </c:pt>
                <c:pt idx="17">
                  <c:v>15.9393994375397</c:v>
                </c:pt>
                <c:pt idx="18">
                  <c:v>712.1107266435987</c:v>
                </c:pt>
                <c:pt idx="19">
                  <c:v>102.5606769093743</c:v>
                </c:pt>
                <c:pt idx="20">
                  <c:v>7.453723766483006</c:v>
                </c:pt>
                <c:pt idx="21">
                  <c:v>8.07395993836672</c:v>
                </c:pt>
                <c:pt idx="22">
                  <c:v>414.8211036992116</c:v>
                </c:pt>
                <c:pt idx="23">
                  <c:v>240.6134320465362</c:v>
                </c:pt>
                <c:pt idx="24">
                  <c:v>5.445113804400024</c:v>
                </c:pt>
                <c:pt idx="25">
                  <c:v>0.116329794968736</c:v>
                </c:pt>
                <c:pt idx="26">
                  <c:v>0.0107488905609385</c:v>
                </c:pt>
                <c:pt idx="27">
                  <c:v>32.88944723618091</c:v>
                </c:pt>
                <c:pt idx="28">
                  <c:v>22.81059063136456</c:v>
                </c:pt>
                <c:pt idx="29">
                  <c:v>-0.0430769230769231</c:v>
                </c:pt>
                <c:pt idx="30">
                  <c:v>5.327203185581056</c:v>
                </c:pt>
                <c:pt idx="31">
                  <c:v>-0.0613981229716691</c:v>
                </c:pt>
                <c:pt idx="32">
                  <c:v>14.32491139819366</c:v>
                </c:pt>
                <c:pt idx="33">
                  <c:v>-0.252479711451758</c:v>
                </c:pt>
                <c:pt idx="34">
                  <c:v>8.03370262841397</c:v>
                </c:pt>
                <c:pt idx="35">
                  <c:v>165.7232064073848</c:v>
                </c:pt>
                <c:pt idx="36">
                  <c:v>0.0423741638669451</c:v>
                </c:pt>
                <c:pt idx="37">
                  <c:v>0.0</c:v>
                </c:pt>
                <c:pt idx="38">
                  <c:v>0.0</c:v>
                </c:pt>
                <c:pt idx="39">
                  <c:v>3966.666666666665</c:v>
                </c:pt>
                <c:pt idx="40">
                  <c:v>59769.23076923077</c:v>
                </c:pt>
                <c:pt idx="41">
                  <c:v>26.08084358523724</c:v>
                </c:pt>
                <c:pt idx="42">
                  <c:v>62.20645379287042</c:v>
                </c:pt>
                <c:pt idx="43">
                  <c:v>8.52059925093633</c:v>
                </c:pt>
                <c:pt idx="44">
                  <c:v>0.0</c:v>
                </c:pt>
                <c:pt idx="45">
                  <c:v>341.3892908827786</c:v>
                </c:pt>
                <c:pt idx="46">
                  <c:v>223.5294117647059</c:v>
                </c:pt>
                <c:pt idx="47">
                  <c:v>2.325185248275275</c:v>
                </c:pt>
                <c:pt idx="48">
                  <c:v>1.717791411042945</c:v>
                </c:pt>
                <c:pt idx="49">
                  <c:v>10.99476439790576</c:v>
                </c:pt>
                <c:pt idx="50">
                  <c:v>130.5555555555556</c:v>
                </c:pt>
                <c:pt idx="51">
                  <c:v>26.26262626262625</c:v>
                </c:pt>
                <c:pt idx="52">
                  <c:v>77.14285714285712</c:v>
                </c:pt>
                <c:pt idx="53">
                  <c:v>7.674737322978528</c:v>
                </c:pt>
                <c:pt idx="54">
                  <c:v>31.84301482885495</c:v>
                </c:pt>
                <c:pt idx="55">
                  <c:v>687.9310344827582</c:v>
                </c:pt>
                <c:pt idx="56">
                  <c:v>7.806207793816987</c:v>
                </c:pt>
                <c:pt idx="57">
                  <c:v>0.0</c:v>
                </c:pt>
                <c:pt idx="58">
                  <c:v>0.0</c:v>
                </c:pt>
                <c:pt idx="59">
                  <c:v>97.83989834815755</c:v>
                </c:pt>
                <c:pt idx="60">
                  <c:v>3.125</c:v>
                </c:pt>
                <c:pt idx="61">
                  <c:v>-0.195722074653991</c:v>
                </c:pt>
                <c:pt idx="62">
                  <c:v>8.930695210293004</c:v>
                </c:pt>
                <c:pt idx="63">
                  <c:v>-0.354071825998988</c:v>
                </c:pt>
                <c:pt idx="64">
                  <c:v>8.199376947040498</c:v>
                </c:pt>
                <c:pt idx="65">
                  <c:v>-0.411522633744856</c:v>
                </c:pt>
                <c:pt idx="66">
                  <c:v>12.75282413927426</c:v>
                </c:pt>
                <c:pt idx="67">
                  <c:v>192.8787526181057</c:v>
                </c:pt>
              </c:numCache>
            </c:numRef>
          </c:val>
        </c:ser>
        <c:ser>
          <c:idx val="12"/>
          <c:order val="12"/>
          <c:tx>
            <c:strRef>
              <c:f>Sheet1!$EK$14</c:f>
              <c:strCache>
                <c:ptCount val="1"/>
                <c:pt idx="0">
                  <c:v>Houston</c:v>
                </c:pt>
              </c:strCache>
            </c:strRef>
          </c:tx>
          <c:invertIfNegative val="0"/>
          <c:cat>
            <c:strRef>
              <c:f>Sheet1!$EL$1:$HA$1</c:f>
              <c:strCache>
                <c:ptCount val="68"/>
                <c:pt idx="0">
                  <c:v>M2.1</c:v>
                </c:pt>
                <c:pt idx="1">
                  <c:v>M2.2</c:v>
                </c:pt>
                <c:pt idx="2">
                  <c:v>M2.3</c:v>
                </c:pt>
                <c:pt idx="3">
                  <c:v>M2.4</c:v>
                </c:pt>
                <c:pt idx="4">
                  <c:v>M2.5</c:v>
                </c:pt>
                <c:pt idx="5">
                  <c:v>M2.6</c:v>
                </c:pt>
                <c:pt idx="6">
                  <c:v>M2.7</c:v>
                </c:pt>
                <c:pt idx="7">
                  <c:v>M2.8</c:v>
                </c:pt>
                <c:pt idx="8">
                  <c:v>M2.9</c:v>
                </c:pt>
                <c:pt idx="9">
                  <c:v>M2.10</c:v>
                </c:pt>
                <c:pt idx="10">
                  <c:v>M2.11</c:v>
                </c:pt>
                <c:pt idx="11">
                  <c:v>M2.12</c:v>
                </c:pt>
                <c:pt idx="12">
                  <c:v>M2.13</c:v>
                </c:pt>
                <c:pt idx="13">
                  <c:v>M2.14</c:v>
                </c:pt>
                <c:pt idx="14">
                  <c:v>M2.15</c:v>
                </c:pt>
                <c:pt idx="15">
                  <c:v>M2.16</c:v>
                </c:pt>
                <c:pt idx="16">
                  <c:v>M2.17</c:v>
                </c:pt>
                <c:pt idx="17">
                  <c:v>M2.18</c:v>
                </c:pt>
                <c:pt idx="18">
                  <c:v>M2.19</c:v>
                </c:pt>
                <c:pt idx="19">
                  <c:v>M2.20</c:v>
                </c:pt>
                <c:pt idx="20">
                  <c:v>M2.21</c:v>
                </c:pt>
                <c:pt idx="21">
                  <c:v>M2.22</c:v>
                </c:pt>
                <c:pt idx="22">
                  <c:v>M2.23</c:v>
                </c:pt>
                <c:pt idx="23">
                  <c:v>M2.24</c:v>
                </c:pt>
                <c:pt idx="24">
                  <c:v>M2.25</c:v>
                </c:pt>
                <c:pt idx="25">
                  <c:v>M2.26</c:v>
                </c:pt>
                <c:pt idx="26">
                  <c:v>M2.27</c:v>
                </c:pt>
                <c:pt idx="27">
                  <c:v>M2.28</c:v>
                </c:pt>
                <c:pt idx="28">
                  <c:v>M2.29</c:v>
                </c:pt>
                <c:pt idx="29">
                  <c:v>M2.30</c:v>
                </c:pt>
                <c:pt idx="30">
                  <c:v>M2.31</c:v>
                </c:pt>
                <c:pt idx="31">
                  <c:v>M2.32</c:v>
                </c:pt>
                <c:pt idx="32">
                  <c:v>M2.33</c:v>
                </c:pt>
                <c:pt idx="33">
                  <c:v>M2.34</c:v>
                </c:pt>
                <c:pt idx="34">
                  <c:v>M2.35</c:v>
                </c:pt>
                <c:pt idx="35">
                  <c:v>M2.36</c:v>
                </c:pt>
                <c:pt idx="36">
                  <c:v>M2.37</c:v>
                </c:pt>
                <c:pt idx="37">
                  <c:v>M2.38</c:v>
                </c:pt>
                <c:pt idx="38">
                  <c:v>M2.39</c:v>
                </c:pt>
                <c:pt idx="39">
                  <c:v>M2.40</c:v>
                </c:pt>
                <c:pt idx="40">
                  <c:v>M2.41</c:v>
                </c:pt>
                <c:pt idx="41">
                  <c:v>M2.42</c:v>
                </c:pt>
                <c:pt idx="42">
                  <c:v>M2.43</c:v>
                </c:pt>
                <c:pt idx="43">
                  <c:v>M2.44</c:v>
                </c:pt>
                <c:pt idx="44">
                  <c:v>M2.45</c:v>
                </c:pt>
                <c:pt idx="45">
                  <c:v>M2.46</c:v>
                </c:pt>
                <c:pt idx="46">
                  <c:v>M2.47</c:v>
                </c:pt>
                <c:pt idx="47">
                  <c:v>M2.48</c:v>
                </c:pt>
                <c:pt idx="48">
                  <c:v>M2.49</c:v>
                </c:pt>
                <c:pt idx="49">
                  <c:v>M2.50</c:v>
                </c:pt>
                <c:pt idx="50">
                  <c:v>M2.51</c:v>
                </c:pt>
                <c:pt idx="51">
                  <c:v>M2.52</c:v>
                </c:pt>
                <c:pt idx="52">
                  <c:v>M2.53</c:v>
                </c:pt>
                <c:pt idx="53">
                  <c:v>M2.54</c:v>
                </c:pt>
                <c:pt idx="54">
                  <c:v>M2.55</c:v>
                </c:pt>
                <c:pt idx="55">
                  <c:v>M2.56</c:v>
                </c:pt>
                <c:pt idx="56">
                  <c:v>M2.57</c:v>
                </c:pt>
                <c:pt idx="57">
                  <c:v>M2.58</c:v>
                </c:pt>
                <c:pt idx="58">
                  <c:v>M2.59</c:v>
                </c:pt>
                <c:pt idx="59">
                  <c:v>M2.60</c:v>
                </c:pt>
                <c:pt idx="60">
                  <c:v>M2.61</c:v>
                </c:pt>
                <c:pt idx="61">
                  <c:v>M2.62</c:v>
                </c:pt>
                <c:pt idx="62">
                  <c:v>M2.63</c:v>
                </c:pt>
                <c:pt idx="63">
                  <c:v>M2.64</c:v>
                </c:pt>
                <c:pt idx="64">
                  <c:v>M2.65</c:v>
                </c:pt>
                <c:pt idx="65">
                  <c:v>M2.66</c:v>
                </c:pt>
                <c:pt idx="66">
                  <c:v>M2.67</c:v>
                </c:pt>
                <c:pt idx="67">
                  <c:v>M2.68</c:v>
                </c:pt>
              </c:strCache>
            </c:strRef>
          </c:cat>
          <c:val>
            <c:numRef>
              <c:f>Sheet1!$EL$14:$HA$14</c:f>
              <c:numCache>
                <c:formatCode>General</c:formatCode>
                <c:ptCount val="68"/>
                <c:pt idx="0">
                  <c:v>128.9207187522207</c:v>
                </c:pt>
                <c:pt idx="1">
                  <c:v>127.9927737733565</c:v>
                </c:pt>
                <c:pt idx="2">
                  <c:v>0.506003543506754</c:v>
                </c:pt>
                <c:pt idx="3">
                  <c:v>0.0756123746105765</c:v>
                </c:pt>
                <c:pt idx="4">
                  <c:v>1.597417415745971</c:v>
                </c:pt>
                <c:pt idx="5">
                  <c:v>0.769700671960904</c:v>
                </c:pt>
                <c:pt idx="6">
                  <c:v>145.6697819314642</c:v>
                </c:pt>
                <c:pt idx="7">
                  <c:v>16159.03614457831</c:v>
                </c:pt>
                <c:pt idx="8">
                  <c:v>741.1764705882355</c:v>
                </c:pt>
                <c:pt idx="9">
                  <c:v>71.76694329183956</c:v>
                </c:pt>
                <c:pt idx="10">
                  <c:v>212.1485219899063</c:v>
                </c:pt>
                <c:pt idx="11">
                  <c:v>1.194471304248905</c:v>
                </c:pt>
                <c:pt idx="12">
                  <c:v>0.508108727626979</c:v>
                </c:pt>
                <c:pt idx="13">
                  <c:v>1147.798238590873</c:v>
                </c:pt>
                <c:pt idx="14">
                  <c:v>1295.154185022026</c:v>
                </c:pt>
                <c:pt idx="15">
                  <c:v>26.8500292599883</c:v>
                </c:pt>
                <c:pt idx="16">
                  <c:v>0.310455704623572</c:v>
                </c:pt>
                <c:pt idx="17">
                  <c:v>-0.0635035834164928</c:v>
                </c:pt>
                <c:pt idx="18">
                  <c:v>2208.996539792387</c:v>
                </c:pt>
                <c:pt idx="19">
                  <c:v>443.910042306836</c:v>
                </c:pt>
                <c:pt idx="20">
                  <c:v>50.78932705998886</c:v>
                </c:pt>
                <c:pt idx="21">
                  <c:v>27.24191063174112</c:v>
                </c:pt>
                <c:pt idx="22">
                  <c:v>2075.463917525773</c:v>
                </c:pt>
                <c:pt idx="23">
                  <c:v>-0.14806980433633</c:v>
                </c:pt>
                <c:pt idx="24">
                  <c:v>81.36384600388934</c:v>
                </c:pt>
                <c:pt idx="25">
                  <c:v>2.123018758179438</c:v>
                </c:pt>
                <c:pt idx="26">
                  <c:v>0.838413463753205</c:v>
                </c:pt>
                <c:pt idx="27">
                  <c:v>943.2412060301507</c:v>
                </c:pt>
                <c:pt idx="28">
                  <c:v>5745.417515274949</c:v>
                </c:pt>
                <c:pt idx="29">
                  <c:v>464.4553846153846</c:v>
                </c:pt>
                <c:pt idx="30">
                  <c:v>30.06523105941528</c:v>
                </c:pt>
                <c:pt idx="31">
                  <c:v>14.61275326725726</c:v>
                </c:pt>
                <c:pt idx="32">
                  <c:v>377.9495827140734</c:v>
                </c:pt>
                <c:pt idx="33">
                  <c:v>138.3588818755636</c:v>
                </c:pt>
                <c:pt idx="34">
                  <c:v>8.0528001782438</c:v>
                </c:pt>
                <c:pt idx="35">
                  <c:v>675.151021516324</c:v>
                </c:pt>
                <c:pt idx="36">
                  <c:v>0.233057901268198</c:v>
                </c:pt>
                <c:pt idx="37">
                  <c:v>0.106154429419942</c:v>
                </c:pt>
                <c:pt idx="38">
                  <c:v>0.0</c:v>
                </c:pt>
                <c:pt idx="39">
                  <c:v>7777.777777777776</c:v>
                </c:pt>
                <c:pt idx="40">
                  <c:v>46846.15384615384</c:v>
                </c:pt>
                <c:pt idx="41">
                  <c:v>53.14586994727592</c:v>
                </c:pt>
                <c:pt idx="42">
                  <c:v>454.367291772259</c:v>
                </c:pt>
                <c:pt idx="43">
                  <c:v>0.0</c:v>
                </c:pt>
                <c:pt idx="44">
                  <c:v>0.289096916299559</c:v>
                </c:pt>
                <c:pt idx="45">
                  <c:v>1774.819102749638</c:v>
                </c:pt>
                <c:pt idx="46">
                  <c:v>2635.294117647058</c:v>
                </c:pt>
                <c:pt idx="47">
                  <c:v>18.48224171705988</c:v>
                </c:pt>
                <c:pt idx="48">
                  <c:v>9.447852760736191</c:v>
                </c:pt>
                <c:pt idx="49">
                  <c:v>-0.281917035843737</c:v>
                </c:pt>
                <c:pt idx="50">
                  <c:v>913.888888888889</c:v>
                </c:pt>
                <c:pt idx="51">
                  <c:v>111.1111111111111</c:v>
                </c:pt>
                <c:pt idx="52">
                  <c:v>1044.285714285714</c:v>
                </c:pt>
                <c:pt idx="53">
                  <c:v>24.30333485609867</c:v>
                </c:pt>
                <c:pt idx="54">
                  <c:v>177.8682127327461</c:v>
                </c:pt>
                <c:pt idx="55">
                  <c:v>-3.017241379310345</c:v>
                </c:pt>
                <c:pt idx="56">
                  <c:v>98.83526423393843</c:v>
                </c:pt>
                <c:pt idx="57">
                  <c:v>0.407806583163414</c:v>
                </c:pt>
                <c:pt idx="58">
                  <c:v>0.189104007203962</c:v>
                </c:pt>
                <c:pt idx="59">
                  <c:v>2113.341804320203</c:v>
                </c:pt>
                <c:pt idx="60">
                  <c:v>1050.0</c:v>
                </c:pt>
                <c:pt idx="61">
                  <c:v>356.9970641688802</c:v>
                </c:pt>
                <c:pt idx="62">
                  <c:v>87.33917180235699</c:v>
                </c:pt>
                <c:pt idx="63">
                  <c:v>6.727364693980778</c:v>
                </c:pt>
                <c:pt idx="64">
                  <c:v>531.8255451713394</c:v>
                </c:pt>
                <c:pt idx="65">
                  <c:v>94.23868312757201</c:v>
                </c:pt>
                <c:pt idx="66">
                  <c:v>11.45237167770353</c:v>
                </c:pt>
                <c:pt idx="67">
                  <c:v>1288.899232022341</c:v>
                </c:pt>
              </c:numCache>
            </c:numRef>
          </c:val>
        </c:ser>
        <c:ser>
          <c:idx val="13"/>
          <c:order val="13"/>
          <c:tx>
            <c:strRef>
              <c:f>Sheet1!$EK$15</c:f>
              <c:strCache>
                <c:ptCount val="1"/>
                <c:pt idx="0">
                  <c:v>Las Vegas Metro</c:v>
                </c:pt>
              </c:strCache>
            </c:strRef>
          </c:tx>
          <c:invertIfNegative val="0"/>
          <c:cat>
            <c:strRef>
              <c:f>Sheet1!$EL$1:$HA$1</c:f>
              <c:strCache>
                <c:ptCount val="68"/>
                <c:pt idx="0">
                  <c:v>M2.1</c:v>
                </c:pt>
                <c:pt idx="1">
                  <c:v>M2.2</c:v>
                </c:pt>
                <c:pt idx="2">
                  <c:v>M2.3</c:v>
                </c:pt>
                <c:pt idx="3">
                  <c:v>M2.4</c:v>
                </c:pt>
                <c:pt idx="4">
                  <c:v>M2.5</c:v>
                </c:pt>
                <c:pt idx="5">
                  <c:v>M2.6</c:v>
                </c:pt>
                <c:pt idx="6">
                  <c:v>M2.7</c:v>
                </c:pt>
                <c:pt idx="7">
                  <c:v>M2.8</c:v>
                </c:pt>
                <c:pt idx="8">
                  <c:v>M2.9</c:v>
                </c:pt>
                <c:pt idx="9">
                  <c:v>M2.10</c:v>
                </c:pt>
                <c:pt idx="10">
                  <c:v>M2.11</c:v>
                </c:pt>
                <c:pt idx="11">
                  <c:v>M2.12</c:v>
                </c:pt>
                <c:pt idx="12">
                  <c:v>M2.13</c:v>
                </c:pt>
                <c:pt idx="13">
                  <c:v>M2.14</c:v>
                </c:pt>
                <c:pt idx="14">
                  <c:v>M2.15</c:v>
                </c:pt>
                <c:pt idx="15">
                  <c:v>M2.16</c:v>
                </c:pt>
                <c:pt idx="16">
                  <c:v>M2.17</c:v>
                </c:pt>
                <c:pt idx="17">
                  <c:v>M2.18</c:v>
                </c:pt>
                <c:pt idx="18">
                  <c:v>M2.19</c:v>
                </c:pt>
                <c:pt idx="19">
                  <c:v>M2.20</c:v>
                </c:pt>
                <c:pt idx="20">
                  <c:v>M2.21</c:v>
                </c:pt>
                <c:pt idx="21">
                  <c:v>M2.22</c:v>
                </c:pt>
                <c:pt idx="22">
                  <c:v>M2.23</c:v>
                </c:pt>
                <c:pt idx="23">
                  <c:v>M2.24</c:v>
                </c:pt>
                <c:pt idx="24">
                  <c:v>M2.25</c:v>
                </c:pt>
                <c:pt idx="25">
                  <c:v>M2.26</c:v>
                </c:pt>
                <c:pt idx="26">
                  <c:v>M2.27</c:v>
                </c:pt>
                <c:pt idx="27">
                  <c:v>M2.28</c:v>
                </c:pt>
                <c:pt idx="28">
                  <c:v>M2.29</c:v>
                </c:pt>
                <c:pt idx="29">
                  <c:v>M2.30</c:v>
                </c:pt>
                <c:pt idx="30">
                  <c:v>M2.31</c:v>
                </c:pt>
                <c:pt idx="31">
                  <c:v>M2.32</c:v>
                </c:pt>
                <c:pt idx="32">
                  <c:v>M2.33</c:v>
                </c:pt>
                <c:pt idx="33">
                  <c:v>M2.34</c:v>
                </c:pt>
                <c:pt idx="34">
                  <c:v>M2.35</c:v>
                </c:pt>
                <c:pt idx="35">
                  <c:v>M2.36</c:v>
                </c:pt>
                <c:pt idx="36">
                  <c:v>M2.37</c:v>
                </c:pt>
                <c:pt idx="37">
                  <c:v>M2.38</c:v>
                </c:pt>
                <c:pt idx="38">
                  <c:v>M2.39</c:v>
                </c:pt>
                <c:pt idx="39">
                  <c:v>M2.40</c:v>
                </c:pt>
                <c:pt idx="40">
                  <c:v>M2.41</c:v>
                </c:pt>
                <c:pt idx="41">
                  <c:v>M2.42</c:v>
                </c:pt>
                <c:pt idx="42">
                  <c:v>M2.43</c:v>
                </c:pt>
                <c:pt idx="43">
                  <c:v>M2.44</c:v>
                </c:pt>
                <c:pt idx="44">
                  <c:v>M2.45</c:v>
                </c:pt>
                <c:pt idx="45">
                  <c:v>M2.46</c:v>
                </c:pt>
                <c:pt idx="46">
                  <c:v>M2.47</c:v>
                </c:pt>
                <c:pt idx="47">
                  <c:v>M2.48</c:v>
                </c:pt>
                <c:pt idx="48">
                  <c:v>M2.49</c:v>
                </c:pt>
                <c:pt idx="49">
                  <c:v>M2.50</c:v>
                </c:pt>
                <c:pt idx="50">
                  <c:v>M2.51</c:v>
                </c:pt>
                <c:pt idx="51">
                  <c:v>M2.52</c:v>
                </c:pt>
                <c:pt idx="52">
                  <c:v>M2.53</c:v>
                </c:pt>
                <c:pt idx="53">
                  <c:v>M2.54</c:v>
                </c:pt>
                <c:pt idx="54">
                  <c:v>M2.55</c:v>
                </c:pt>
                <c:pt idx="55">
                  <c:v>M2.56</c:v>
                </c:pt>
                <c:pt idx="56">
                  <c:v>M2.57</c:v>
                </c:pt>
                <c:pt idx="57">
                  <c:v>M2.58</c:v>
                </c:pt>
                <c:pt idx="58">
                  <c:v>M2.59</c:v>
                </c:pt>
                <c:pt idx="59">
                  <c:v>M2.60</c:v>
                </c:pt>
                <c:pt idx="60">
                  <c:v>M2.61</c:v>
                </c:pt>
                <c:pt idx="61">
                  <c:v>M2.62</c:v>
                </c:pt>
                <c:pt idx="62">
                  <c:v>M2.63</c:v>
                </c:pt>
                <c:pt idx="63">
                  <c:v>M2.64</c:v>
                </c:pt>
                <c:pt idx="64">
                  <c:v>M2.65</c:v>
                </c:pt>
                <c:pt idx="65">
                  <c:v>M2.66</c:v>
                </c:pt>
                <c:pt idx="66">
                  <c:v>M2.67</c:v>
                </c:pt>
                <c:pt idx="67">
                  <c:v>M2.68</c:v>
                </c:pt>
              </c:strCache>
            </c:strRef>
          </c:cat>
          <c:val>
            <c:numRef>
              <c:f>Sheet1!$EL$15:$HA$15</c:f>
              <c:numCache>
                <c:formatCode>General</c:formatCode>
                <c:ptCount val="68"/>
                <c:pt idx="0">
                  <c:v>35.98953162125347</c:v>
                </c:pt>
                <c:pt idx="1">
                  <c:v>35.4457115650656</c:v>
                </c:pt>
                <c:pt idx="2">
                  <c:v>0.255191764310696</c:v>
                </c:pt>
                <c:pt idx="3">
                  <c:v>0.0252425457922504</c:v>
                </c:pt>
                <c:pt idx="4">
                  <c:v>1.090919210753346</c:v>
                </c:pt>
                <c:pt idx="5">
                  <c:v>0.855222968845449</c:v>
                </c:pt>
                <c:pt idx="6">
                  <c:v>97.69470404984423</c:v>
                </c:pt>
                <c:pt idx="7">
                  <c:v>15518.07228915663</c:v>
                </c:pt>
                <c:pt idx="8">
                  <c:v>1141.176470588235</c:v>
                </c:pt>
                <c:pt idx="9">
                  <c:v>56.09439834024896</c:v>
                </c:pt>
                <c:pt idx="10">
                  <c:v>149.9639509733237</c:v>
                </c:pt>
                <c:pt idx="11">
                  <c:v>20.70416927364769</c:v>
                </c:pt>
                <c:pt idx="12">
                  <c:v>0.187197952283624</c:v>
                </c:pt>
                <c:pt idx="13">
                  <c:v>1080.864691753403</c:v>
                </c:pt>
                <c:pt idx="14">
                  <c:v>1140.969162995595</c:v>
                </c:pt>
                <c:pt idx="15">
                  <c:v>11.28371548651381</c:v>
                </c:pt>
                <c:pt idx="16">
                  <c:v>23.43940569907972</c:v>
                </c:pt>
                <c:pt idx="17">
                  <c:v>44.07148689104599</c:v>
                </c:pt>
                <c:pt idx="18">
                  <c:v>2395.501730103806</c:v>
                </c:pt>
                <c:pt idx="19">
                  <c:v>264.6626586506346</c:v>
                </c:pt>
                <c:pt idx="20">
                  <c:v>48.1891908623785</c:v>
                </c:pt>
                <c:pt idx="21">
                  <c:v>50.41602465331275</c:v>
                </c:pt>
                <c:pt idx="22">
                  <c:v>1375.379017586416</c:v>
                </c:pt>
                <c:pt idx="23">
                  <c:v>259.2702273929138</c:v>
                </c:pt>
                <c:pt idx="24">
                  <c:v>42.26286985835667</c:v>
                </c:pt>
                <c:pt idx="25">
                  <c:v>0.232659589937473</c:v>
                </c:pt>
                <c:pt idx="26">
                  <c:v>1.117884618337607</c:v>
                </c:pt>
                <c:pt idx="27">
                  <c:v>978.5929648241204</c:v>
                </c:pt>
                <c:pt idx="28">
                  <c:v>9078.615071283093</c:v>
                </c:pt>
                <c:pt idx="29">
                  <c:v>0.0430769230769231</c:v>
                </c:pt>
                <c:pt idx="30">
                  <c:v>7.142670019909882</c:v>
                </c:pt>
                <c:pt idx="31">
                  <c:v>78.8965880185948</c:v>
                </c:pt>
                <c:pt idx="32">
                  <c:v>422.524865668229</c:v>
                </c:pt>
                <c:pt idx="33">
                  <c:v>183.3002705139766</c:v>
                </c:pt>
                <c:pt idx="34">
                  <c:v>9.94664053636833</c:v>
                </c:pt>
                <c:pt idx="35">
                  <c:v>508.762641688726</c:v>
                </c:pt>
                <c:pt idx="36">
                  <c:v>0.317806229002088</c:v>
                </c:pt>
                <c:pt idx="37">
                  <c:v>0.0353848098066473</c:v>
                </c:pt>
                <c:pt idx="38">
                  <c:v>0.0</c:v>
                </c:pt>
                <c:pt idx="39">
                  <c:v>15400.0</c:v>
                </c:pt>
                <c:pt idx="40">
                  <c:v>88523.07692307691</c:v>
                </c:pt>
                <c:pt idx="41">
                  <c:v>94.48154657293495</c:v>
                </c:pt>
                <c:pt idx="42">
                  <c:v>332.4379118094272</c:v>
                </c:pt>
                <c:pt idx="43">
                  <c:v>39.98127340823968</c:v>
                </c:pt>
                <c:pt idx="44">
                  <c:v>0.0</c:v>
                </c:pt>
                <c:pt idx="45">
                  <c:v>3290.303907380608</c:v>
                </c:pt>
                <c:pt idx="46">
                  <c:v>2800.0</c:v>
                </c:pt>
                <c:pt idx="47">
                  <c:v>16.03781619964228</c:v>
                </c:pt>
                <c:pt idx="48">
                  <c:v>118.5276073619632</c:v>
                </c:pt>
                <c:pt idx="49">
                  <c:v>42.28755537656061</c:v>
                </c:pt>
                <c:pt idx="50">
                  <c:v>408.3333333333333</c:v>
                </c:pt>
                <c:pt idx="51">
                  <c:v>204.040404040404</c:v>
                </c:pt>
                <c:pt idx="52">
                  <c:v>1408.095238095238</c:v>
                </c:pt>
                <c:pt idx="53">
                  <c:v>51.80447693010507</c:v>
                </c:pt>
                <c:pt idx="54">
                  <c:v>135.8010926524696</c:v>
                </c:pt>
                <c:pt idx="55">
                  <c:v>817.6724137931034</c:v>
                </c:pt>
                <c:pt idx="56">
                  <c:v>63.70732916176198</c:v>
                </c:pt>
                <c:pt idx="57">
                  <c:v>0.611709874745121</c:v>
                </c:pt>
                <c:pt idx="58">
                  <c:v>9.896443043674022</c:v>
                </c:pt>
                <c:pt idx="59">
                  <c:v>3378.144853875477</c:v>
                </c:pt>
                <c:pt idx="60">
                  <c:v>2031.25</c:v>
                </c:pt>
                <c:pt idx="61">
                  <c:v>0.0</c:v>
                </c:pt>
                <c:pt idx="62">
                  <c:v>12.03373337658125</c:v>
                </c:pt>
                <c:pt idx="63">
                  <c:v>128.8821446636317</c:v>
                </c:pt>
                <c:pt idx="64">
                  <c:v>698.5171339563866</c:v>
                </c:pt>
                <c:pt idx="65">
                  <c:v>133.3333333333333</c:v>
                </c:pt>
                <c:pt idx="66">
                  <c:v>21.70916609235011</c:v>
                </c:pt>
                <c:pt idx="67">
                  <c:v>998.2778682801955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42604184"/>
        <c:axId val="2142607096"/>
      </c:barChart>
      <c:catAx>
        <c:axId val="21426041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2607096"/>
        <c:crosses val="autoZero"/>
        <c:auto val="1"/>
        <c:lblAlgn val="ctr"/>
        <c:lblOffset val="100"/>
        <c:noMultiLvlLbl val="0"/>
      </c:catAx>
      <c:valAx>
        <c:axId val="2142607096"/>
        <c:scaling>
          <c:orientation val="minMax"/>
          <c:max val="20000.0"/>
          <c:min val="0.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42604184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Sheet1!$BT$2</c:f>
              <c:strCache>
                <c:ptCount val="1"/>
                <c:pt idx="0">
                  <c:v>San Francisco </c:v>
                </c:pt>
              </c:strCache>
            </c:strRef>
          </c:tx>
          <c:invertIfNegative val="0"/>
          <c:cat>
            <c:strRef>
              <c:f>Sheet1!$BU$1:$EI$1</c:f>
              <c:strCache>
                <c:ptCount val="67"/>
                <c:pt idx="0">
                  <c:v>M1.1</c:v>
                </c:pt>
                <c:pt idx="1">
                  <c:v>M1.2</c:v>
                </c:pt>
                <c:pt idx="2">
                  <c:v>M1.3</c:v>
                </c:pt>
                <c:pt idx="3">
                  <c:v>M1.4</c:v>
                </c:pt>
                <c:pt idx="4">
                  <c:v>M1.5</c:v>
                </c:pt>
                <c:pt idx="5">
                  <c:v>M1.6</c:v>
                </c:pt>
                <c:pt idx="6">
                  <c:v>M1.7</c:v>
                </c:pt>
                <c:pt idx="7">
                  <c:v>M1.8</c:v>
                </c:pt>
                <c:pt idx="8">
                  <c:v>M1.9</c:v>
                </c:pt>
                <c:pt idx="9">
                  <c:v>M1.10</c:v>
                </c:pt>
                <c:pt idx="10">
                  <c:v>M1.11</c:v>
                </c:pt>
                <c:pt idx="11">
                  <c:v>M1.12</c:v>
                </c:pt>
                <c:pt idx="12">
                  <c:v>M1.13</c:v>
                </c:pt>
                <c:pt idx="13">
                  <c:v>M1.14</c:v>
                </c:pt>
                <c:pt idx="14">
                  <c:v>M1.15</c:v>
                </c:pt>
                <c:pt idx="15">
                  <c:v>M1.16</c:v>
                </c:pt>
                <c:pt idx="16">
                  <c:v>M1.17</c:v>
                </c:pt>
                <c:pt idx="17">
                  <c:v>M1.18</c:v>
                </c:pt>
                <c:pt idx="18">
                  <c:v>M1.19</c:v>
                </c:pt>
                <c:pt idx="19">
                  <c:v>M1.20</c:v>
                </c:pt>
                <c:pt idx="20">
                  <c:v>M1.21</c:v>
                </c:pt>
                <c:pt idx="21">
                  <c:v>M1.22</c:v>
                </c:pt>
                <c:pt idx="22">
                  <c:v>M1.23</c:v>
                </c:pt>
                <c:pt idx="23">
                  <c:v>M1.24</c:v>
                </c:pt>
                <c:pt idx="24">
                  <c:v>M1.25</c:v>
                </c:pt>
                <c:pt idx="25">
                  <c:v>M1.26</c:v>
                </c:pt>
                <c:pt idx="26">
                  <c:v>M1.27</c:v>
                </c:pt>
                <c:pt idx="27">
                  <c:v>M1.28</c:v>
                </c:pt>
                <c:pt idx="28">
                  <c:v>M1.29</c:v>
                </c:pt>
                <c:pt idx="29">
                  <c:v>M1.30</c:v>
                </c:pt>
                <c:pt idx="30">
                  <c:v>M1.31</c:v>
                </c:pt>
                <c:pt idx="31">
                  <c:v>M1.32</c:v>
                </c:pt>
                <c:pt idx="32">
                  <c:v>M1.33</c:v>
                </c:pt>
                <c:pt idx="33">
                  <c:v>M1.34</c:v>
                </c:pt>
                <c:pt idx="34">
                  <c:v>M1.35</c:v>
                </c:pt>
                <c:pt idx="35">
                  <c:v>M1.36</c:v>
                </c:pt>
                <c:pt idx="36">
                  <c:v>M1.37</c:v>
                </c:pt>
                <c:pt idx="37">
                  <c:v>M1.38</c:v>
                </c:pt>
                <c:pt idx="38">
                  <c:v>M1.39</c:v>
                </c:pt>
                <c:pt idx="39">
                  <c:v>M1.40</c:v>
                </c:pt>
                <c:pt idx="40">
                  <c:v>M1.41</c:v>
                </c:pt>
                <c:pt idx="41">
                  <c:v>M1.42</c:v>
                </c:pt>
                <c:pt idx="42">
                  <c:v>M1.43</c:v>
                </c:pt>
                <c:pt idx="43">
                  <c:v>M1.44</c:v>
                </c:pt>
                <c:pt idx="44">
                  <c:v>M1.45</c:v>
                </c:pt>
                <c:pt idx="45">
                  <c:v>M1.46</c:v>
                </c:pt>
                <c:pt idx="46">
                  <c:v>M1.47</c:v>
                </c:pt>
                <c:pt idx="47">
                  <c:v>M1.48</c:v>
                </c:pt>
                <c:pt idx="48">
                  <c:v>M1.49</c:v>
                </c:pt>
                <c:pt idx="49">
                  <c:v>M1.50</c:v>
                </c:pt>
                <c:pt idx="50">
                  <c:v>M1.51</c:v>
                </c:pt>
                <c:pt idx="51">
                  <c:v>M1.52</c:v>
                </c:pt>
                <c:pt idx="52">
                  <c:v>M1.53</c:v>
                </c:pt>
                <c:pt idx="53">
                  <c:v>M1.54</c:v>
                </c:pt>
                <c:pt idx="54">
                  <c:v>M1.55</c:v>
                </c:pt>
                <c:pt idx="55">
                  <c:v>M1.56</c:v>
                </c:pt>
                <c:pt idx="56">
                  <c:v>M1.57</c:v>
                </c:pt>
                <c:pt idx="57">
                  <c:v>M1.58</c:v>
                </c:pt>
                <c:pt idx="58">
                  <c:v>M1.59</c:v>
                </c:pt>
                <c:pt idx="59">
                  <c:v>M1.60</c:v>
                </c:pt>
                <c:pt idx="60">
                  <c:v>M1.61</c:v>
                </c:pt>
                <c:pt idx="61">
                  <c:v>M1.62</c:v>
                </c:pt>
                <c:pt idx="62">
                  <c:v>M1.63</c:v>
                </c:pt>
                <c:pt idx="63">
                  <c:v>M1.64</c:v>
                </c:pt>
                <c:pt idx="64">
                  <c:v>M1.65</c:v>
                </c:pt>
                <c:pt idx="65">
                  <c:v>M1.66</c:v>
                </c:pt>
                <c:pt idx="66">
                  <c:v>M1.67</c:v>
                </c:pt>
              </c:strCache>
            </c:strRef>
          </c:cat>
          <c:val>
            <c:numRef>
              <c:f>Sheet1!$BU$2:$EI$2</c:f>
              <c:numCache>
                <c:formatCode>General</c:formatCode>
                <c:ptCount val="67"/>
                <c:pt idx="0">
                  <c:v>3347.750562269036</c:v>
                </c:pt>
                <c:pt idx="1">
                  <c:v>3251.947632443586</c:v>
                </c:pt>
                <c:pt idx="2">
                  <c:v>14.69541048652844</c:v>
                </c:pt>
                <c:pt idx="3">
                  <c:v>2.630912864570904</c:v>
                </c:pt>
                <c:pt idx="4">
                  <c:v>0.196703765575395</c:v>
                </c:pt>
                <c:pt idx="5">
                  <c:v>0.0163919804646162</c:v>
                </c:pt>
                <c:pt idx="6">
                  <c:v>0.155723814413854</c:v>
                </c:pt>
                <c:pt idx="7">
                  <c:v>2.770244698520142</c:v>
                </c:pt>
                <c:pt idx="8">
                  <c:v>9.072961187165076</c:v>
                </c:pt>
                <c:pt idx="9">
                  <c:v>3.540667780357104</c:v>
                </c:pt>
                <c:pt idx="10">
                  <c:v>4.393050764517148</c:v>
                </c:pt>
                <c:pt idx="11">
                  <c:v>1.065478730200055</c:v>
                </c:pt>
                <c:pt idx="12">
                  <c:v>0.163919804646162</c:v>
                </c:pt>
                <c:pt idx="13">
                  <c:v>7.728818789066548</c:v>
                </c:pt>
                <c:pt idx="14">
                  <c:v>0.377015550686173</c:v>
                </c:pt>
                <c:pt idx="15">
                  <c:v>0.409799511615406</c:v>
                </c:pt>
                <c:pt idx="16">
                  <c:v>0.0245879706969243</c:v>
                </c:pt>
                <c:pt idx="17">
                  <c:v>1.278574476240065</c:v>
                </c:pt>
                <c:pt idx="18">
                  <c:v>2.114565479935493</c:v>
                </c:pt>
                <c:pt idx="19">
                  <c:v>0.631091247887725</c:v>
                </c:pt>
                <c:pt idx="20">
                  <c:v>1.376926359027763</c:v>
                </c:pt>
                <c:pt idx="21">
                  <c:v>0.655679218584649</c:v>
                </c:pt>
                <c:pt idx="22">
                  <c:v>10.44988754619284</c:v>
                </c:pt>
                <c:pt idx="23">
                  <c:v>5.319197660767965</c:v>
                </c:pt>
                <c:pt idx="24">
                  <c:v>5.163473846354108</c:v>
                </c:pt>
                <c:pt idx="25">
                  <c:v>0.0163919804646162</c:v>
                </c:pt>
                <c:pt idx="26">
                  <c:v>-0.00819599023230811</c:v>
                </c:pt>
                <c:pt idx="27">
                  <c:v>3.212828171064778</c:v>
                </c:pt>
                <c:pt idx="28">
                  <c:v>0.483563423706179</c:v>
                </c:pt>
                <c:pt idx="29">
                  <c:v>12.49068911403756</c:v>
                </c:pt>
                <c:pt idx="30">
                  <c:v>0.491759413938487</c:v>
                </c:pt>
                <c:pt idx="31">
                  <c:v>0.778619072069271</c:v>
                </c:pt>
                <c:pt idx="32">
                  <c:v>50.02012838777641</c:v>
                </c:pt>
                <c:pt idx="33">
                  <c:v>-0.00819599023230811</c:v>
                </c:pt>
                <c:pt idx="34">
                  <c:v>12.19563346567447</c:v>
                </c:pt>
                <c:pt idx="35">
                  <c:v>9.16311707972047</c:v>
                </c:pt>
                <c:pt idx="36">
                  <c:v>0.00819599023230811</c:v>
                </c:pt>
                <c:pt idx="37">
                  <c:v>0.00819599023230811</c:v>
                </c:pt>
                <c:pt idx="38">
                  <c:v>0.0</c:v>
                </c:pt>
                <c:pt idx="39">
                  <c:v>0.516347384635411</c:v>
                </c:pt>
                <c:pt idx="40">
                  <c:v>2.270289294349347</c:v>
                </c:pt>
                <c:pt idx="41">
                  <c:v>1.114654671593903</c:v>
                </c:pt>
                <c:pt idx="42">
                  <c:v>2.442405089227817</c:v>
                </c:pt>
                <c:pt idx="43">
                  <c:v>0.286859658130784</c:v>
                </c:pt>
                <c:pt idx="44">
                  <c:v>0.0245879706969243</c:v>
                </c:pt>
                <c:pt idx="45">
                  <c:v>2.30307325527858</c:v>
                </c:pt>
                <c:pt idx="46">
                  <c:v>0.122939853484622</c:v>
                </c:pt>
                <c:pt idx="47">
                  <c:v>0.114743863252314</c:v>
                </c:pt>
                <c:pt idx="48">
                  <c:v>0.0245879706969243</c:v>
                </c:pt>
                <c:pt idx="49">
                  <c:v>0.270467677666168</c:v>
                </c:pt>
                <c:pt idx="50">
                  <c:v>0.401603521383097</c:v>
                </c:pt>
                <c:pt idx="51">
                  <c:v>0.0409799511615406</c:v>
                </c:pt>
                <c:pt idx="52">
                  <c:v>0.926146896250817</c:v>
                </c:pt>
                <c:pt idx="53">
                  <c:v>0.0409799511615406</c:v>
                </c:pt>
                <c:pt idx="54">
                  <c:v>2.368641177137044</c:v>
                </c:pt>
                <c:pt idx="55">
                  <c:v>1.335946407866222</c:v>
                </c:pt>
                <c:pt idx="56">
                  <c:v>1.032694769270822</c:v>
                </c:pt>
                <c:pt idx="57">
                  <c:v>0.0</c:v>
                </c:pt>
                <c:pt idx="58">
                  <c:v>-0.00819599023230811</c:v>
                </c:pt>
                <c:pt idx="59">
                  <c:v>0.942538876715433</c:v>
                </c:pt>
                <c:pt idx="60">
                  <c:v>0.122939853484622</c:v>
                </c:pt>
                <c:pt idx="61">
                  <c:v>2.844008610610915</c:v>
                </c:pt>
                <c:pt idx="62">
                  <c:v>0.17211579487847</c:v>
                </c:pt>
                <c:pt idx="63">
                  <c:v>0.17211579487847</c:v>
                </c:pt>
                <c:pt idx="64">
                  <c:v>10.67937527269747</c:v>
                </c:pt>
                <c:pt idx="65">
                  <c:v>-0.00819599023230811</c:v>
                </c:pt>
                <c:pt idx="66">
                  <c:v>2.794832669217066</c:v>
                </c:pt>
              </c:numCache>
            </c:numRef>
          </c:val>
        </c:ser>
        <c:ser>
          <c:idx val="1"/>
          <c:order val="1"/>
          <c:tx>
            <c:strRef>
              <c:f>Sheet1!$BT$3</c:f>
              <c:strCache>
                <c:ptCount val="1"/>
                <c:pt idx="0">
                  <c:v>Northampton</c:v>
                </c:pt>
              </c:strCache>
            </c:strRef>
          </c:tx>
          <c:invertIfNegative val="0"/>
          <c:cat>
            <c:strRef>
              <c:f>Sheet1!$BU$1:$EI$1</c:f>
              <c:strCache>
                <c:ptCount val="67"/>
                <c:pt idx="0">
                  <c:v>M1.1</c:v>
                </c:pt>
                <c:pt idx="1">
                  <c:v>M1.2</c:v>
                </c:pt>
                <c:pt idx="2">
                  <c:v>M1.3</c:v>
                </c:pt>
                <c:pt idx="3">
                  <c:v>M1.4</c:v>
                </c:pt>
                <c:pt idx="4">
                  <c:v>M1.5</c:v>
                </c:pt>
                <c:pt idx="5">
                  <c:v>M1.6</c:v>
                </c:pt>
                <c:pt idx="6">
                  <c:v>M1.7</c:v>
                </c:pt>
                <c:pt idx="7">
                  <c:v>M1.8</c:v>
                </c:pt>
                <c:pt idx="8">
                  <c:v>M1.9</c:v>
                </c:pt>
                <c:pt idx="9">
                  <c:v>M1.10</c:v>
                </c:pt>
                <c:pt idx="10">
                  <c:v>M1.11</c:v>
                </c:pt>
                <c:pt idx="11">
                  <c:v>M1.12</c:v>
                </c:pt>
                <c:pt idx="12">
                  <c:v>M1.13</c:v>
                </c:pt>
                <c:pt idx="13">
                  <c:v>M1.14</c:v>
                </c:pt>
                <c:pt idx="14">
                  <c:v>M1.15</c:v>
                </c:pt>
                <c:pt idx="15">
                  <c:v>M1.16</c:v>
                </c:pt>
                <c:pt idx="16">
                  <c:v>M1.17</c:v>
                </c:pt>
                <c:pt idx="17">
                  <c:v>M1.18</c:v>
                </c:pt>
                <c:pt idx="18">
                  <c:v>M1.19</c:v>
                </c:pt>
                <c:pt idx="19">
                  <c:v>M1.20</c:v>
                </c:pt>
                <c:pt idx="20">
                  <c:v>M1.21</c:v>
                </c:pt>
                <c:pt idx="21">
                  <c:v>M1.22</c:v>
                </c:pt>
                <c:pt idx="22">
                  <c:v>M1.23</c:v>
                </c:pt>
                <c:pt idx="23">
                  <c:v>M1.24</c:v>
                </c:pt>
                <c:pt idx="24">
                  <c:v>M1.25</c:v>
                </c:pt>
                <c:pt idx="25">
                  <c:v>M1.26</c:v>
                </c:pt>
                <c:pt idx="26">
                  <c:v>M1.27</c:v>
                </c:pt>
                <c:pt idx="27">
                  <c:v>M1.28</c:v>
                </c:pt>
                <c:pt idx="28">
                  <c:v>M1.29</c:v>
                </c:pt>
                <c:pt idx="29">
                  <c:v>M1.30</c:v>
                </c:pt>
                <c:pt idx="30">
                  <c:v>M1.31</c:v>
                </c:pt>
                <c:pt idx="31">
                  <c:v>M1.32</c:v>
                </c:pt>
                <c:pt idx="32">
                  <c:v>M1.33</c:v>
                </c:pt>
                <c:pt idx="33">
                  <c:v>M1.34</c:v>
                </c:pt>
                <c:pt idx="34">
                  <c:v>M1.35</c:v>
                </c:pt>
                <c:pt idx="35">
                  <c:v>M1.36</c:v>
                </c:pt>
                <c:pt idx="36">
                  <c:v>M1.37</c:v>
                </c:pt>
                <c:pt idx="37">
                  <c:v>M1.38</c:v>
                </c:pt>
                <c:pt idx="38">
                  <c:v>M1.39</c:v>
                </c:pt>
                <c:pt idx="39">
                  <c:v>M1.40</c:v>
                </c:pt>
                <c:pt idx="40">
                  <c:v>M1.41</c:v>
                </c:pt>
                <c:pt idx="41">
                  <c:v>M1.42</c:v>
                </c:pt>
                <c:pt idx="42">
                  <c:v>M1.43</c:v>
                </c:pt>
                <c:pt idx="43">
                  <c:v>M1.44</c:v>
                </c:pt>
                <c:pt idx="44">
                  <c:v>M1.45</c:v>
                </c:pt>
                <c:pt idx="45">
                  <c:v>M1.46</c:v>
                </c:pt>
                <c:pt idx="46">
                  <c:v>M1.47</c:v>
                </c:pt>
                <c:pt idx="47">
                  <c:v>M1.48</c:v>
                </c:pt>
                <c:pt idx="48">
                  <c:v>M1.49</c:v>
                </c:pt>
                <c:pt idx="49">
                  <c:v>M1.50</c:v>
                </c:pt>
                <c:pt idx="50">
                  <c:v>M1.51</c:v>
                </c:pt>
                <c:pt idx="51">
                  <c:v>M1.52</c:v>
                </c:pt>
                <c:pt idx="52">
                  <c:v>M1.53</c:v>
                </c:pt>
                <c:pt idx="53">
                  <c:v>M1.54</c:v>
                </c:pt>
                <c:pt idx="54">
                  <c:v>M1.55</c:v>
                </c:pt>
                <c:pt idx="55">
                  <c:v>M1.56</c:v>
                </c:pt>
                <c:pt idx="56">
                  <c:v>M1.57</c:v>
                </c:pt>
                <c:pt idx="57">
                  <c:v>M1.58</c:v>
                </c:pt>
                <c:pt idx="58">
                  <c:v>M1.59</c:v>
                </c:pt>
                <c:pt idx="59">
                  <c:v>M1.60</c:v>
                </c:pt>
                <c:pt idx="60">
                  <c:v>M1.61</c:v>
                </c:pt>
                <c:pt idx="61">
                  <c:v>M1.62</c:v>
                </c:pt>
                <c:pt idx="62">
                  <c:v>M1.63</c:v>
                </c:pt>
                <c:pt idx="63">
                  <c:v>M1.64</c:v>
                </c:pt>
                <c:pt idx="64">
                  <c:v>M1.65</c:v>
                </c:pt>
                <c:pt idx="65">
                  <c:v>M1.66</c:v>
                </c:pt>
                <c:pt idx="66">
                  <c:v>M1.67</c:v>
                </c:pt>
              </c:strCache>
            </c:strRef>
          </c:cat>
          <c:val>
            <c:numRef>
              <c:f>Sheet1!$BU$3:$EI$3</c:f>
              <c:numCache>
                <c:formatCode>General</c:formatCode>
                <c:ptCount val="67"/>
                <c:pt idx="0">
                  <c:v>2810.392749244713</c:v>
                </c:pt>
                <c:pt idx="1">
                  <c:v>3706.330983551528</c:v>
                </c:pt>
                <c:pt idx="2">
                  <c:v>12.78281302450487</c:v>
                </c:pt>
                <c:pt idx="3">
                  <c:v>1.826116146357838</c:v>
                </c:pt>
                <c:pt idx="4">
                  <c:v>-0.22826451829473</c:v>
                </c:pt>
                <c:pt idx="5">
                  <c:v>-0.22826451829473</c:v>
                </c:pt>
                <c:pt idx="6">
                  <c:v>-0.22826451829473</c:v>
                </c:pt>
                <c:pt idx="7">
                  <c:v>1.14132259147365</c:v>
                </c:pt>
                <c:pt idx="8">
                  <c:v>6.163141993957704</c:v>
                </c:pt>
                <c:pt idx="9">
                  <c:v>1.597851628063109</c:v>
                </c:pt>
                <c:pt idx="10">
                  <c:v>10.04363880496811</c:v>
                </c:pt>
                <c:pt idx="11">
                  <c:v>0.0</c:v>
                </c:pt>
                <c:pt idx="12">
                  <c:v>-0.22826451829473</c:v>
                </c:pt>
                <c:pt idx="13">
                  <c:v>20.77207116482041</c:v>
                </c:pt>
                <c:pt idx="14">
                  <c:v>0.0</c:v>
                </c:pt>
                <c:pt idx="15">
                  <c:v>0.0</c:v>
                </c:pt>
                <c:pt idx="16">
                  <c:v>-0.22826451829473</c:v>
                </c:pt>
                <c:pt idx="17">
                  <c:v>0.684793554884189</c:v>
                </c:pt>
                <c:pt idx="18">
                  <c:v>2.054380664652568</c:v>
                </c:pt>
                <c:pt idx="19">
                  <c:v>0.22826451829473</c:v>
                </c:pt>
                <c:pt idx="20">
                  <c:v>-0.22826451829473</c:v>
                </c:pt>
                <c:pt idx="21">
                  <c:v>0.684793554884189</c:v>
                </c:pt>
                <c:pt idx="22">
                  <c:v>8.90231621349446</c:v>
                </c:pt>
                <c:pt idx="23">
                  <c:v>1.826116146357838</c:v>
                </c:pt>
                <c:pt idx="24">
                  <c:v>7.076200067136623</c:v>
                </c:pt>
                <c:pt idx="25">
                  <c:v>-0.22826451829473</c:v>
                </c:pt>
                <c:pt idx="26">
                  <c:v>-0.22826451829473</c:v>
                </c:pt>
                <c:pt idx="27">
                  <c:v>19.40248405505203</c:v>
                </c:pt>
                <c:pt idx="28">
                  <c:v>4.793554884189325</c:v>
                </c:pt>
                <c:pt idx="29">
                  <c:v>38.34843907351458</c:v>
                </c:pt>
                <c:pt idx="30">
                  <c:v>7.989258140315542</c:v>
                </c:pt>
                <c:pt idx="31">
                  <c:v>-0.22826451829473</c:v>
                </c:pt>
                <c:pt idx="32">
                  <c:v>60.26183282980866</c:v>
                </c:pt>
                <c:pt idx="33">
                  <c:v>-0.22826451829473</c:v>
                </c:pt>
                <c:pt idx="34">
                  <c:v>7.304464585431353</c:v>
                </c:pt>
                <c:pt idx="35">
                  <c:v>11.64149043303122</c:v>
                </c:pt>
                <c:pt idx="36">
                  <c:v>-0.22826451829473</c:v>
                </c:pt>
                <c:pt idx="37">
                  <c:v>-0.22826451829473</c:v>
                </c:pt>
                <c:pt idx="38">
                  <c:v>-0.22826451829473</c:v>
                </c:pt>
                <c:pt idx="39">
                  <c:v>0.0</c:v>
                </c:pt>
                <c:pt idx="40">
                  <c:v>2.510909701242028</c:v>
                </c:pt>
                <c:pt idx="41">
                  <c:v>0.22826451829473</c:v>
                </c:pt>
                <c:pt idx="42">
                  <c:v>3.195703256126217</c:v>
                </c:pt>
                <c:pt idx="43">
                  <c:v>0.22826451829473</c:v>
                </c:pt>
                <c:pt idx="44">
                  <c:v>-0.22826451829473</c:v>
                </c:pt>
                <c:pt idx="45">
                  <c:v>8.90231621349446</c:v>
                </c:pt>
                <c:pt idx="46">
                  <c:v>0.45652903658946</c:v>
                </c:pt>
                <c:pt idx="47">
                  <c:v>0.22826451829473</c:v>
                </c:pt>
                <c:pt idx="48">
                  <c:v>-0.22826451829473</c:v>
                </c:pt>
                <c:pt idx="49">
                  <c:v>0.22826451829473</c:v>
                </c:pt>
                <c:pt idx="50">
                  <c:v>0.913058073178919</c:v>
                </c:pt>
                <c:pt idx="51">
                  <c:v>0.0</c:v>
                </c:pt>
                <c:pt idx="52">
                  <c:v>-0.22826451829473</c:v>
                </c:pt>
                <c:pt idx="53">
                  <c:v>0.22826451829473</c:v>
                </c:pt>
                <c:pt idx="54">
                  <c:v>0.913058073178919</c:v>
                </c:pt>
                <c:pt idx="55">
                  <c:v>0.22826451829473</c:v>
                </c:pt>
                <c:pt idx="56">
                  <c:v>0.684793554884189</c:v>
                </c:pt>
                <c:pt idx="57">
                  <c:v>-0.22826451829473</c:v>
                </c:pt>
                <c:pt idx="58">
                  <c:v>-0.22826451829473</c:v>
                </c:pt>
                <c:pt idx="59">
                  <c:v>3.195703256126217</c:v>
                </c:pt>
                <c:pt idx="60">
                  <c:v>2.510909701242028</c:v>
                </c:pt>
                <c:pt idx="61">
                  <c:v>10.7284323598523</c:v>
                </c:pt>
                <c:pt idx="62">
                  <c:v>3.880496811010407</c:v>
                </c:pt>
                <c:pt idx="63">
                  <c:v>-0.22826451829473</c:v>
                </c:pt>
                <c:pt idx="64">
                  <c:v>16.89157435381</c:v>
                </c:pt>
                <c:pt idx="65">
                  <c:v>-0.22826451829473</c:v>
                </c:pt>
                <c:pt idx="66">
                  <c:v>2.510909701242028</c:v>
                </c:pt>
              </c:numCache>
            </c:numRef>
          </c:val>
        </c:ser>
        <c:ser>
          <c:idx val="2"/>
          <c:order val="2"/>
          <c:tx>
            <c:strRef>
              <c:f>Sheet1!$BT$4</c:f>
              <c:strCache>
                <c:ptCount val="1"/>
                <c:pt idx="0">
                  <c:v>Baltimore</c:v>
                </c:pt>
              </c:strCache>
            </c:strRef>
          </c:tx>
          <c:invertIfNegative val="0"/>
          <c:cat>
            <c:strRef>
              <c:f>Sheet1!$BU$1:$EI$1</c:f>
              <c:strCache>
                <c:ptCount val="67"/>
                <c:pt idx="0">
                  <c:v>M1.1</c:v>
                </c:pt>
                <c:pt idx="1">
                  <c:v>M1.2</c:v>
                </c:pt>
                <c:pt idx="2">
                  <c:v>M1.3</c:v>
                </c:pt>
                <c:pt idx="3">
                  <c:v>M1.4</c:v>
                </c:pt>
                <c:pt idx="4">
                  <c:v>M1.5</c:v>
                </c:pt>
                <c:pt idx="5">
                  <c:v>M1.6</c:v>
                </c:pt>
                <c:pt idx="6">
                  <c:v>M1.7</c:v>
                </c:pt>
                <c:pt idx="7">
                  <c:v>M1.8</c:v>
                </c:pt>
                <c:pt idx="8">
                  <c:v>M1.9</c:v>
                </c:pt>
                <c:pt idx="9">
                  <c:v>M1.10</c:v>
                </c:pt>
                <c:pt idx="10">
                  <c:v>M1.11</c:v>
                </c:pt>
                <c:pt idx="11">
                  <c:v>M1.12</c:v>
                </c:pt>
                <c:pt idx="12">
                  <c:v>M1.13</c:v>
                </c:pt>
                <c:pt idx="13">
                  <c:v>M1.14</c:v>
                </c:pt>
                <c:pt idx="14">
                  <c:v>M1.15</c:v>
                </c:pt>
                <c:pt idx="15">
                  <c:v>M1.16</c:v>
                </c:pt>
                <c:pt idx="16">
                  <c:v>M1.17</c:v>
                </c:pt>
                <c:pt idx="17">
                  <c:v>M1.18</c:v>
                </c:pt>
                <c:pt idx="18">
                  <c:v>M1.19</c:v>
                </c:pt>
                <c:pt idx="19">
                  <c:v>M1.20</c:v>
                </c:pt>
                <c:pt idx="20">
                  <c:v>M1.21</c:v>
                </c:pt>
                <c:pt idx="21">
                  <c:v>M1.22</c:v>
                </c:pt>
                <c:pt idx="22">
                  <c:v>M1.23</c:v>
                </c:pt>
                <c:pt idx="23">
                  <c:v>M1.24</c:v>
                </c:pt>
                <c:pt idx="24">
                  <c:v>M1.25</c:v>
                </c:pt>
                <c:pt idx="25">
                  <c:v>M1.26</c:v>
                </c:pt>
                <c:pt idx="26">
                  <c:v>M1.27</c:v>
                </c:pt>
                <c:pt idx="27">
                  <c:v>M1.28</c:v>
                </c:pt>
                <c:pt idx="28">
                  <c:v>M1.29</c:v>
                </c:pt>
                <c:pt idx="29">
                  <c:v>M1.30</c:v>
                </c:pt>
                <c:pt idx="30">
                  <c:v>M1.31</c:v>
                </c:pt>
                <c:pt idx="31">
                  <c:v>M1.32</c:v>
                </c:pt>
                <c:pt idx="32">
                  <c:v>M1.33</c:v>
                </c:pt>
                <c:pt idx="33">
                  <c:v>M1.34</c:v>
                </c:pt>
                <c:pt idx="34">
                  <c:v>M1.35</c:v>
                </c:pt>
                <c:pt idx="35">
                  <c:v>M1.36</c:v>
                </c:pt>
                <c:pt idx="36">
                  <c:v>M1.37</c:v>
                </c:pt>
                <c:pt idx="37">
                  <c:v>M1.38</c:v>
                </c:pt>
                <c:pt idx="38">
                  <c:v>M1.39</c:v>
                </c:pt>
                <c:pt idx="39">
                  <c:v>M1.40</c:v>
                </c:pt>
                <c:pt idx="40">
                  <c:v>M1.41</c:v>
                </c:pt>
                <c:pt idx="41">
                  <c:v>M1.42</c:v>
                </c:pt>
                <c:pt idx="42">
                  <c:v>M1.43</c:v>
                </c:pt>
                <c:pt idx="43">
                  <c:v>M1.44</c:v>
                </c:pt>
                <c:pt idx="44">
                  <c:v>M1.45</c:v>
                </c:pt>
                <c:pt idx="45">
                  <c:v>M1.46</c:v>
                </c:pt>
                <c:pt idx="46">
                  <c:v>M1.47</c:v>
                </c:pt>
                <c:pt idx="47">
                  <c:v>M1.48</c:v>
                </c:pt>
                <c:pt idx="48">
                  <c:v>M1.49</c:v>
                </c:pt>
                <c:pt idx="49">
                  <c:v>M1.50</c:v>
                </c:pt>
                <c:pt idx="50">
                  <c:v>M1.51</c:v>
                </c:pt>
                <c:pt idx="51">
                  <c:v>M1.52</c:v>
                </c:pt>
                <c:pt idx="52">
                  <c:v>M1.53</c:v>
                </c:pt>
                <c:pt idx="53">
                  <c:v>M1.54</c:v>
                </c:pt>
                <c:pt idx="54">
                  <c:v>M1.55</c:v>
                </c:pt>
                <c:pt idx="55">
                  <c:v>M1.56</c:v>
                </c:pt>
                <c:pt idx="56">
                  <c:v>M1.57</c:v>
                </c:pt>
                <c:pt idx="57">
                  <c:v>M1.58</c:v>
                </c:pt>
                <c:pt idx="58">
                  <c:v>M1.59</c:v>
                </c:pt>
                <c:pt idx="59">
                  <c:v>M1.60</c:v>
                </c:pt>
                <c:pt idx="60">
                  <c:v>M1.61</c:v>
                </c:pt>
                <c:pt idx="61">
                  <c:v>M1.62</c:v>
                </c:pt>
                <c:pt idx="62">
                  <c:v>M1.63</c:v>
                </c:pt>
                <c:pt idx="63">
                  <c:v>M1.64</c:v>
                </c:pt>
                <c:pt idx="64">
                  <c:v>M1.65</c:v>
                </c:pt>
                <c:pt idx="65">
                  <c:v>M1.66</c:v>
                </c:pt>
                <c:pt idx="66">
                  <c:v>M1.67</c:v>
                </c:pt>
              </c:strCache>
            </c:strRef>
          </c:cat>
          <c:val>
            <c:numRef>
              <c:f>Sheet1!$BU$4:$EI$4</c:f>
              <c:numCache>
                <c:formatCode>General</c:formatCode>
                <c:ptCount val="67"/>
                <c:pt idx="0">
                  <c:v>2849.21898185916</c:v>
                </c:pt>
                <c:pt idx="1">
                  <c:v>3204.707184506665</c:v>
                </c:pt>
                <c:pt idx="2">
                  <c:v>20.20051986632008</c:v>
                </c:pt>
                <c:pt idx="3">
                  <c:v>3.73397640386129</c:v>
                </c:pt>
                <c:pt idx="4">
                  <c:v>0.711697852433092</c:v>
                </c:pt>
                <c:pt idx="5">
                  <c:v>-0.00974928564976838</c:v>
                </c:pt>
                <c:pt idx="6">
                  <c:v>1.02367499322568</c:v>
                </c:pt>
                <c:pt idx="7">
                  <c:v>7.146226381280223</c:v>
                </c:pt>
                <c:pt idx="8">
                  <c:v>8.19914923145521</c:v>
                </c:pt>
                <c:pt idx="9">
                  <c:v>12.76181491554681</c:v>
                </c:pt>
                <c:pt idx="10">
                  <c:v>10.64621992954707</c:v>
                </c:pt>
                <c:pt idx="11">
                  <c:v>5.459599963870294</c:v>
                </c:pt>
                <c:pt idx="12">
                  <c:v>0.555709282036798</c:v>
                </c:pt>
                <c:pt idx="13">
                  <c:v>50.2673168102058</c:v>
                </c:pt>
                <c:pt idx="14">
                  <c:v>0.887184994128923</c:v>
                </c:pt>
                <c:pt idx="15">
                  <c:v>0.224233569944673</c:v>
                </c:pt>
                <c:pt idx="16">
                  <c:v>-0.00974928564976838</c:v>
                </c:pt>
                <c:pt idx="17">
                  <c:v>-0.00974928564976838</c:v>
                </c:pt>
                <c:pt idx="18">
                  <c:v>4.065452115953415</c:v>
                </c:pt>
                <c:pt idx="19">
                  <c:v>9.369063509427418</c:v>
                </c:pt>
                <c:pt idx="20">
                  <c:v>1.501389990064331</c:v>
                </c:pt>
                <c:pt idx="21">
                  <c:v>1.15041570667267</c:v>
                </c:pt>
                <c:pt idx="22">
                  <c:v>147.3994497388482</c:v>
                </c:pt>
                <c:pt idx="23">
                  <c:v>43.12109042892555</c:v>
                </c:pt>
                <c:pt idx="24">
                  <c:v>104.2783593099226</c:v>
                </c:pt>
                <c:pt idx="25">
                  <c:v>1.26740713446989</c:v>
                </c:pt>
                <c:pt idx="26">
                  <c:v>0.545959996387029</c:v>
                </c:pt>
                <c:pt idx="27">
                  <c:v>0.838438565880081</c:v>
                </c:pt>
                <c:pt idx="28">
                  <c:v>0.448467139889346</c:v>
                </c:pt>
                <c:pt idx="29">
                  <c:v>-0.00974928564976838</c:v>
                </c:pt>
                <c:pt idx="30">
                  <c:v>9.427559223326024</c:v>
                </c:pt>
                <c:pt idx="31">
                  <c:v>0.623954281585176</c:v>
                </c:pt>
                <c:pt idx="32">
                  <c:v>123.9914148937543</c:v>
                </c:pt>
                <c:pt idx="33">
                  <c:v>1.491640704414562</c:v>
                </c:pt>
                <c:pt idx="34">
                  <c:v>17.08074845839421</c:v>
                </c:pt>
                <c:pt idx="35">
                  <c:v>29.42334409100098</c:v>
                </c:pt>
                <c:pt idx="36">
                  <c:v>0.0584957138986103</c:v>
                </c:pt>
                <c:pt idx="37">
                  <c:v>-0.00974928564976838</c:v>
                </c:pt>
                <c:pt idx="38">
                  <c:v>0.0</c:v>
                </c:pt>
                <c:pt idx="39">
                  <c:v>1.111418564073596</c:v>
                </c:pt>
                <c:pt idx="40">
                  <c:v>2.817543552783063</c:v>
                </c:pt>
                <c:pt idx="41">
                  <c:v>2.242335699446728</c:v>
                </c:pt>
                <c:pt idx="42">
                  <c:v>4.357930685446465</c:v>
                </c:pt>
                <c:pt idx="43">
                  <c:v>0.828689280230312</c:v>
                </c:pt>
                <c:pt idx="44">
                  <c:v>0.175487141695831</c:v>
                </c:pt>
                <c:pt idx="45">
                  <c:v>19.24508987264278</c:v>
                </c:pt>
                <c:pt idx="46">
                  <c:v>0.321726426442357</c:v>
                </c:pt>
                <c:pt idx="47">
                  <c:v>0.282729283843283</c:v>
                </c:pt>
                <c:pt idx="48">
                  <c:v>-0.00974928564976838</c:v>
                </c:pt>
                <c:pt idx="49">
                  <c:v>-0.00974928564976838</c:v>
                </c:pt>
                <c:pt idx="50">
                  <c:v>1.540387132663404</c:v>
                </c:pt>
                <c:pt idx="51">
                  <c:v>1.072421421474522</c:v>
                </c:pt>
                <c:pt idx="52">
                  <c:v>5.830072818561491</c:v>
                </c:pt>
                <c:pt idx="53">
                  <c:v>0.185236427345599</c:v>
                </c:pt>
                <c:pt idx="54">
                  <c:v>22.34536270926912</c:v>
                </c:pt>
                <c:pt idx="55">
                  <c:v>4.669907826239051</c:v>
                </c:pt>
                <c:pt idx="56">
                  <c:v>17.67545488303008</c:v>
                </c:pt>
                <c:pt idx="57">
                  <c:v>0.0487464282488419</c:v>
                </c:pt>
                <c:pt idx="58">
                  <c:v>0.350974283391662</c:v>
                </c:pt>
                <c:pt idx="59">
                  <c:v>0.175487141695831</c:v>
                </c:pt>
                <c:pt idx="60">
                  <c:v>0.126740713446989</c:v>
                </c:pt>
                <c:pt idx="61">
                  <c:v>-0.00974928564976838</c:v>
                </c:pt>
                <c:pt idx="62">
                  <c:v>3.899714259907353</c:v>
                </c:pt>
                <c:pt idx="63">
                  <c:v>0.0292478569493051</c:v>
                </c:pt>
                <c:pt idx="64">
                  <c:v>27.13226196330541</c:v>
                </c:pt>
                <c:pt idx="65">
                  <c:v>0.194985712995368</c:v>
                </c:pt>
                <c:pt idx="66">
                  <c:v>3.987457830755269</c:v>
                </c:pt>
              </c:numCache>
            </c:numRef>
          </c:val>
        </c:ser>
        <c:ser>
          <c:idx val="3"/>
          <c:order val="3"/>
          <c:tx>
            <c:strRef>
              <c:f>Sheet1!$BT$5</c:f>
              <c:strCache>
                <c:ptCount val="1"/>
                <c:pt idx="0">
                  <c:v>Bloomington</c:v>
                </c:pt>
              </c:strCache>
            </c:strRef>
          </c:tx>
          <c:invertIfNegative val="0"/>
          <c:cat>
            <c:strRef>
              <c:f>Sheet1!$BU$1:$EI$1</c:f>
              <c:strCache>
                <c:ptCount val="67"/>
                <c:pt idx="0">
                  <c:v>M1.1</c:v>
                </c:pt>
                <c:pt idx="1">
                  <c:v>M1.2</c:v>
                </c:pt>
                <c:pt idx="2">
                  <c:v>M1.3</c:v>
                </c:pt>
                <c:pt idx="3">
                  <c:v>M1.4</c:v>
                </c:pt>
                <c:pt idx="4">
                  <c:v>M1.5</c:v>
                </c:pt>
                <c:pt idx="5">
                  <c:v>M1.6</c:v>
                </c:pt>
                <c:pt idx="6">
                  <c:v>M1.7</c:v>
                </c:pt>
                <c:pt idx="7">
                  <c:v>M1.8</c:v>
                </c:pt>
                <c:pt idx="8">
                  <c:v>M1.9</c:v>
                </c:pt>
                <c:pt idx="9">
                  <c:v>M1.10</c:v>
                </c:pt>
                <c:pt idx="10">
                  <c:v>M1.11</c:v>
                </c:pt>
                <c:pt idx="11">
                  <c:v>M1.12</c:v>
                </c:pt>
                <c:pt idx="12">
                  <c:v>M1.13</c:v>
                </c:pt>
                <c:pt idx="13">
                  <c:v>M1.14</c:v>
                </c:pt>
                <c:pt idx="14">
                  <c:v>M1.15</c:v>
                </c:pt>
                <c:pt idx="15">
                  <c:v>M1.16</c:v>
                </c:pt>
                <c:pt idx="16">
                  <c:v>M1.17</c:v>
                </c:pt>
                <c:pt idx="17">
                  <c:v>M1.18</c:v>
                </c:pt>
                <c:pt idx="18">
                  <c:v>M1.19</c:v>
                </c:pt>
                <c:pt idx="19">
                  <c:v>M1.20</c:v>
                </c:pt>
                <c:pt idx="20">
                  <c:v>M1.21</c:v>
                </c:pt>
                <c:pt idx="21">
                  <c:v>M1.22</c:v>
                </c:pt>
                <c:pt idx="22">
                  <c:v>M1.23</c:v>
                </c:pt>
                <c:pt idx="23">
                  <c:v>M1.24</c:v>
                </c:pt>
                <c:pt idx="24">
                  <c:v>M1.25</c:v>
                </c:pt>
                <c:pt idx="25">
                  <c:v>M1.26</c:v>
                </c:pt>
                <c:pt idx="26">
                  <c:v>M1.27</c:v>
                </c:pt>
                <c:pt idx="27">
                  <c:v>M1.28</c:v>
                </c:pt>
                <c:pt idx="28">
                  <c:v>M1.29</c:v>
                </c:pt>
                <c:pt idx="29">
                  <c:v>M1.30</c:v>
                </c:pt>
                <c:pt idx="30">
                  <c:v>M1.31</c:v>
                </c:pt>
                <c:pt idx="31">
                  <c:v>M1.32</c:v>
                </c:pt>
                <c:pt idx="32">
                  <c:v>M1.33</c:v>
                </c:pt>
                <c:pt idx="33">
                  <c:v>M1.34</c:v>
                </c:pt>
                <c:pt idx="34">
                  <c:v>M1.35</c:v>
                </c:pt>
                <c:pt idx="35">
                  <c:v>M1.36</c:v>
                </c:pt>
                <c:pt idx="36">
                  <c:v>M1.37</c:v>
                </c:pt>
                <c:pt idx="37">
                  <c:v>M1.38</c:v>
                </c:pt>
                <c:pt idx="38">
                  <c:v>M1.39</c:v>
                </c:pt>
                <c:pt idx="39">
                  <c:v>M1.40</c:v>
                </c:pt>
                <c:pt idx="40">
                  <c:v>M1.41</c:v>
                </c:pt>
                <c:pt idx="41">
                  <c:v>M1.42</c:v>
                </c:pt>
                <c:pt idx="42">
                  <c:v>M1.43</c:v>
                </c:pt>
                <c:pt idx="43">
                  <c:v>M1.44</c:v>
                </c:pt>
                <c:pt idx="44">
                  <c:v>M1.45</c:v>
                </c:pt>
                <c:pt idx="45">
                  <c:v>M1.46</c:v>
                </c:pt>
                <c:pt idx="46">
                  <c:v>M1.47</c:v>
                </c:pt>
                <c:pt idx="47">
                  <c:v>M1.48</c:v>
                </c:pt>
                <c:pt idx="48">
                  <c:v>M1.49</c:v>
                </c:pt>
                <c:pt idx="49">
                  <c:v>M1.50</c:v>
                </c:pt>
                <c:pt idx="50">
                  <c:v>M1.51</c:v>
                </c:pt>
                <c:pt idx="51">
                  <c:v>M1.52</c:v>
                </c:pt>
                <c:pt idx="52">
                  <c:v>M1.53</c:v>
                </c:pt>
                <c:pt idx="53">
                  <c:v>M1.54</c:v>
                </c:pt>
                <c:pt idx="54">
                  <c:v>M1.55</c:v>
                </c:pt>
                <c:pt idx="55">
                  <c:v>M1.56</c:v>
                </c:pt>
                <c:pt idx="56">
                  <c:v>M1.57</c:v>
                </c:pt>
                <c:pt idx="57">
                  <c:v>M1.58</c:v>
                </c:pt>
                <c:pt idx="58">
                  <c:v>M1.59</c:v>
                </c:pt>
                <c:pt idx="59">
                  <c:v>M1.60</c:v>
                </c:pt>
                <c:pt idx="60">
                  <c:v>M1.61</c:v>
                </c:pt>
                <c:pt idx="61">
                  <c:v>M1.62</c:v>
                </c:pt>
                <c:pt idx="62">
                  <c:v>M1.63</c:v>
                </c:pt>
                <c:pt idx="63">
                  <c:v>M1.64</c:v>
                </c:pt>
                <c:pt idx="64">
                  <c:v>M1.65</c:v>
                </c:pt>
                <c:pt idx="65">
                  <c:v>M1.66</c:v>
                </c:pt>
                <c:pt idx="66">
                  <c:v>M1.67</c:v>
                </c:pt>
              </c:strCache>
            </c:strRef>
          </c:cat>
          <c:val>
            <c:numRef>
              <c:f>Sheet1!$BU$5:$EI$5</c:f>
              <c:numCache>
                <c:formatCode>General</c:formatCode>
                <c:ptCount val="67"/>
                <c:pt idx="0">
                  <c:v>3111.80136962888</c:v>
                </c:pt>
                <c:pt idx="1">
                  <c:v>3344.328346304168</c:v>
                </c:pt>
                <c:pt idx="2">
                  <c:v>7.748316450359497</c:v>
                </c:pt>
                <c:pt idx="3">
                  <c:v>4.261574047697722</c:v>
                </c:pt>
                <c:pt idx="4">
                  <c:v>0.232449493510785</c:v>
                </c:pt>
                <c:pt idx="5">
                  <c:v>0.15496632900719</c:v>
                </c:pt>
                <c:pt idx="6">
                  <c:v>0.077483164503595</c:v>
                </c:pt>
                <c:pt idx="7">
                  <c:v>1.007281138546735</c:v>
                </c:pt>
                <c:pt idx="8">
                  <c:v>5.501304679755243</c:v>
                </c:pt>
                <c:pt idx="9">
                  <c:v>5.191372021740867</c:v>
                </c:pt>
                <c:pt idx="10">
                  <c:v>17.43371201330887</c:v>
                </c:pt>
                <c:pt idx="11">
                  <c:v>1.08476430305033</c:v>
                </c:pt>
                <c:pt idx="12">
                  <c:v>0.232449493510785</c:v>
                </c:pt>
                <c:pt idx="13">
                  <c:v>14.95425074919383</c:v>
                </c:pt>
                <c:pt idx="14">
                  <c:v>0.387415822517975</c:v>
                </c:pt>
                <c:pt idx="15">
                  <c:v>0.46489898702157</c:v>
                </c:pt>
                <c:pt idx="16">
                  <c:v>-0.077483164503595</c:v>
                </c:pt>
                <c:pt idx="17">
                  <c:v>2.556944428618634</c:v>
                </c:pt>
                <c:pt idx="18">
                  <c:v>3.56422556716537</c:v>
                </c:pt>
                <c:pt idx="19">
                  <c:v>0.542382151525165</c:v>
                </c:pt>
                <c:pt idx="20">
                  <c:v>-0.077483164503595</c:v>
                </c:pt>
                <c:pt idx="21">
                  <c:v>2.47946126411504</c:v>
                </c:pt>
                <c:pt idx="22">
                  <c:v>22.23766821253176</c:v>
                </c:pt>
                <c:pt idx="23">
                  <c:v>3.25429290915099</c:v>
                </c:pt>
                <c:pt idx="24">
                  <c:v>18.98337530338077</c:v>
                </c:pt>
                <c:pt idx="25">
                  <c:v>-0.077483164503595</c:v>
                </c:pt>
                <c:pt idx="26">
                  <c:v>0.542382151525165</c:v>
                </c:pt>
                <c:pt idx="27">
                  <c:v>11.23505885302128</c:v>
                </c:pt>
                <c:pt idx="28">
                  <c:v>17.1237793552945</c:v>
                </c:pt>
                <c:pt idx="29">
                  <c:v>32.3879627625027</c:v>
                </c:pt>
                <c:pt idx="30">
                  <c:v>1.782112783582685</c:v>
                </c:pt>
                <c:pt idx="31">
                  <c:v>-0.077483164503595</c:v>
                </c:pt>
                <c:pt idx="32">
                  <c:v>57.80244071968187</c:v>
                </c:pt>
                <c:pt idx="33">
                  <c:v>0.77483164503595</c:v>
                </c:pt>
                <c:pt idx="34">
                  <c:v>6.818518476316357</c:v>
                </c:pt>
                <c:pt idx="35">
                  <c:v>23.94229783161083</c:v>
                </c:pt>
                <c:pt idx="36">
                  <c:v>0.15496632900719</c:v>
                </c:pt>
                <c:pt idx="37">
                  <c:v>0.0</c:v>
                </c:pt>
                <c:pt idx="38">
                  <c:v>0.0</c:v>
                </c:pt>
                <c:pt idx="39">
                  <c:v>0.0</c:v>
                </c:pt>
                <c:pt idx="40">
                  <c:v>1.23973063205752</c:v>
                </c:pt>
                <c:pt idx="41">
                  <c:v>0.92979797404314</c:v>
                </c:pt>
                <c:pt idx="42">
                  <c:v>9.297979740431392</c:v>
                </c:pt>
                <c:pt idx="43">
                  <c:v>1.39469696106471</c:v>
                </c:pt>
                <c:pt idx="44">
                  <c:v>0.077483164503595</c:v>
                </c:pt>
                <c:pt idx="45">
                  <c:v>5.656271008762434</c:v>
                </c:pt>
                <c:pt idx="46">
                  <c:v>0.387415822517975</c:v>
                </c:pt>
                <c:pt idx="47">
                  <c:v>0.15496632900719</c:v>
                </c:pt>
                <c:pt idx="48">
                  <c:v>-0.077483164503595</c:v>
                </c:pt>
                <c:pt idx="49">
                  <c:v>0.232449493510785</c:v>
                </c:pt>
                <c:pt idx="50">
                  <c:v>0.542382151525165</c:v>
                </c:pt>
                <c:pt idx="51">
                  <c:v>0.077483164503595</c:v>
                </c:pt>
                <c:pt idx="52">
                  <c:v>-0.077483164503595</c:v>
                </c:pt>
                <c:pt idx="53">
                  <c:v>0.15496632900719</c:v>
                </c:pt>
                <c:pt idx="54">
                  <c:v>5.036405692733676</c:v>
                </c:pt>
                <c:pt idx="55">
                  <c:v>0.697348480532355</c:v>
                </c:pt>
                <c:pt idx="56">
                  <c:v>4.33905721220132</c:v>
                </c:pt>
                <c:pt idx="57">
                  <c:v>-0.077483164503595</c:v>
                </c:pt>
                <c:pt idx="58">
                  <c:v>1.08476430305033</c:v>
                </c:pt>
                <c:pt idx="59">
                  <c:v>4.726473034719294</c:v>
                </c:pt>
                <c:pt idx="60">
                  <c:v>7.515866956848711</c:v>
                </c:pt>
                <c:pt idx="61">
                  <c:v>4.029124554186937</c:v>
                </c:pt>
                <c:pt idx="62">
                  <c:v>0.92979797404314</c:v>
                </c:pt>
                <c:pt idx="63">
                  <c:v>-0.077483164503595</c:v>
                </c:pt>
                <c:pt idx="64">
                  <c:v>17.27874568430168</c:v>
                </c:pt>
                <c:pt idx="65">
                  <c:v>0.697348480532355</c:v>
                </c:pt>
                <c:pt idx="66">
                  <c:v>1.39469696106471</c:v>
                </c:pt>
              </c:numCache>
            </c:numRef>
          </c:val>
        </c:ser>
        <c:ser>
          <c:idx val="4"/>
          <c:order val="4"/>
          <c:tx>
            <c:strRef>
              <c:f>Sheet1!$BT$6</c:f>
              <c:strCache>
                <c:ptCount val="1"/>
                <c:pt idx="0">
                  <c:v>Detroit</c:v>
                </c:pt>
              </c:strCache>
            </c:strRef>
          </c:tx>
          <c:invertIfNegative val="0"/>
          <c:cat>
            <c:strRef>
              <c:f>Sheet1!$BU$1:$EI$1</c:f>
              <c:strCache>
                <c:ptCount val="67"/>
                <c:pt idx="0">
                  <c:v>M1.1</c:v>
                </c:pt>
                <c:pt idx="1">
                  <c:v>M1.2</c:v>
                </c:pt>
                <c:pt idx="2">
                  <c:v>M1.3</c:v>
                </c:pt>
                <c:pt idx="3">
                  <c:v>M1.4</c:v>
                </c:pt>
                <c:pt idx="4">
                  <c:v>M1.5</c:v>
                </c:pt>
                <c:pt idx="5">
                  <c:v>M1.6</c:v>
                </c:pt>
                <c:pt idx="6">
                  <c:v>M1.7</c:v>
                </c:pt>
                <c:pt idx="7">
                  <c:v>M1.8</c:v>
                </c:pt>
                <c:pt idx="8">
                  <c:v>M1.9</c:v>
                </c:pt>
                <c:pt idx="9">
                  <c:v>M1.10</c:v>
                </c:pt>
                <c:pt idx="10">
                  <c:v>M1.11</c:v>
                </c:pt>
                <c:pt idx="11">
                  <c:v>M1.12</c:v>
                </c:pt>
                <c:pt idx="12">
                  <c:v>M1.13</c:v>
                </c:pt>
                <c:pt idx="13">
                  <c:v>M1.14</c:v>
                </c:pt>
                <c:pt idx="14">
                  <c:v>M1.15</c:v>
                </c:pt>
                <c:pt idx="15">
                  <c:v>M1.16</c:v>
                </c:pt>
                <c:pt idx="16">
                  <c:v>M1.17</c:v>
                </c:pt>
                <c:pt idx="17">
                  <c:v>M1.18</c:v>
                </c:pt>
                <c:pt idx="18">
                  <c:v>M1.19</c:v>
                </c:pt>
                <c:pt idx="19">
                  <c:v>M1.20</c:v>
                </c:pt>
                <c:pt idx="20">
                  <c:v>M1.21</c:v>
                </c:pt>
                <c:pt idx="21">
                  <c:v>M1.22</c:v>
                </c:pt>
                <c:pt idx="22">
                  <c:v>M1.23</c:v>
                </c:pt>
                <c:pt idx="23">
                  <c:v>M1.24</c:v>
                </c:pt>
                <c:pt idx="24">
                  <c:v>M1.25</c:v>
                </c:pt>
                <c:pt idx="25">
                  <c:v>M1.26</c:v>
                </c:pt>
                <c:pt idx="26">
                  <c:v>M1.27</c:v>
                </c:pt>
                <c:pt idx="27">
                  <c:v>M1.28</c:v>
                </c:pt>
                <c:pt idx="28">
                  <c:v>M1.29</c:v>
                </c:pt>
                <c:pt idx="29">
                  <c:v>M1.30</c:v>
                </c:pt>
                <c:pt idx="30">
                  <c:v>M1.31</c:v>
                </c:pt>
                <c:pt idx="31">
                  <c:v>M1.32</c:v>
                </c:pt>
                <c:pt idx="32">
                  <c:v>M1.33</c:v>
                </c:pt>
                <c:pt idx="33">
                  <c:v>M1.34</c:v>
                </c:pt>
                <c:pt idx="34">
                  <c:v>M1.35</c:v>
                </c:pt>
                <c:pt idx="35">
                  <c:v>M1.36</c:v>
                </c:pt>
                <c:pt idx="36">
                  <c:v>M1.37</c:v>
                </c:pt>
                <c:pt idx="37">
                  <c:v>M1.38</c:v>
                </c:pt>
                <c:pt idx="38">
                  <c:v>M1.39</c:v>
                </c:pt>
                <c:pt idx="39">
                  <c:v>M1.40</c:v>
                </c:pt>
                <c:pt idx="40">
                  <c:v>M1.41</c:v>
                </c:pt>
                <c:pt idx="41">
                  <c:v>M1.42</c:v>
                </c:pt>
                <c:pt idx="42">
                  <c:v>M1.43</c:v>
                </c:pt>
                <c:pt idx="43">
                  <c:v>M1.44</c:v>
                </c:pt>
                <c:pt idx="44">
                  <c:v>M1.45</c:v>
                </c:pt>
                <c:pt idx="45">
                  <c:v>M1.46</c:v>
                </c:pt>
                <c:pt idx="46">
                  <c:v>M1.47</c:v>
                </c:pt>
                <c:pt idx="47">
                  <c:v>M1.48</c:v>
                </c:pt>
                <c:pt idx="48">
                  <c:v>M1.49</c:v>
                </c:pt>
                <c:pt idx="49">
                  <c:v>M1.50</c:v>
                </c:pt>
                <c:pt idx="50">
                  <c:v>M1.51</c:v>
                </c:pt>
                <c:pt idx="51">
                  <c:v>M1.52</c:v>
                </c:pt>
                <c:pt idx="52">
                  <c:v>M1.53</c:v>
                </c:pt>
                <c:pt idx="53">
                  <c:v>M1.54</c:v>
                </c:pt>
                <c:pt idx="54">
                  <c:v>M1.55</c:v>
                </c:pt>
                <c:pt idx="55">
                  <c:v>M1.56</c:v>
                </c:pt>
                <c:pt idx="56">
                  <c:v>M1.57</c:v>
                </c:pt>
                <c:pt idx="57">
                  <c:v>M1.58</c:v>
                </c:pt>
                <c:pt idx="58">
                  <c:v>M1.59</c:v>
                </c:pt>
                <c:pt idx="59">
                  <c:v>M1.60</c:v>
                </c:pt>
                <c:pt idx="60">
                  <c:v>M1.61</c:v>
                </c:pt>
                <c:pt idx="61">
                  <c:v>M1.62</c:v>
                </c:pt>
                <c:pt idx="62">
                  <c:v>M1.63</c:v>
                </c:pt>
                <c:pt idx="63">
                  <c:v>M1.64</c:v>
                </c:pt>
                <c:pt idx="64">
                  <c:v>M1.65</c:v>
                </c:pt>
                <c:pt idx="65">
                  <c:v>M1.66</c:v>
                </c:pt>
                <c:pt idx="66">
                  <c:v>M1.67</c:v>
                </c:pt>
              </c:strCache>
            </c:strRef>
          </c:cat>
          <c:val>
            <c:numRef>
              <c:f>Sheet1!$BU$6:$EI$6</c:f>
              <c:numCache>
                <c:formatCode>General</c:formatCode>
                <c:ptCount val="67"/>
                <c:pt idx="0">
                  <c:v>3102.56437279676</c:v>
                </c:pt>
                <c:pt idx="1">
                  <c:v>3455.554699818809</c:v>
                </c:pt>
                <c:pt idx="2">
                  <c:v>20.59010705266699</c:v>
                </c:pt>
                <c:pt idx="3">
                  <c:v>7.616777664730447</c:v>
                </c:pt>
                <c:pt idx="4">
                  <c:v>0.266449399610595</c:v>
                </c:pt>
                <c:pt idx="5">
                  <c:v>-0.00918791033139982</c:v>
                </c:pt>
                <c:pt idx="6">
                  <c:v>0.413455964912992</c:v>
                </c:pt>
                <c:pt idx="7">
                  <c:v>4.57557934503711</c:v>
                </c:pt>
                <c:pt idx="8">
                  <c:v>10.8049825497262</c:v>
                </c:pt>
                <c:pt idx="9">
                  <c:v>7.855663333346845</c:v>
                </c:pt>
                <c:pt idx="10">
                  <c:v>3.923237711507722</c:v>
                </c:pt>
                <c:pt idx="11">
                  <c:v>4.57557934503711</c:v>
                </c:pt>
                <c:pt idx="12">
                  <c:v>0.312388951267594</c:v>
                </c:pt>
                <c:pt idx="13">
                  <c:v>15.7205145770251</c:v>
                </c:pt>
                <c:pt idx="14">
                  <c:v>0.367516413255993</c:v>
                </c:pt>
                <c:pt idx="15">
                  <c:v>0.817724019494584</c:v>
                </c:pt>
                <c:pt idx="16">
                  <c:v>0.00918791033139982</c:v>
                </c:pt>
                <c:pt idx="17">
                  <c:v>1.718139231971766</c:v>
                </c:pt>
                <c:pt idx="18">
                  <c:v>1.745702962965966</c:v>
                </c:pt>
                <c:pt idx="19">
                  <c:v>12.71606789865735</c:v>
                </c:pt>
                <c:pt idx="20">
                  <c:v>0.0275637309941995</c:v>
                </c:pt>
                <c:pt idx="21">
                  <c:v>0.48695924756419</c:v>
                </c:pt>
                <c:pt idx="22">
                  <c:v>24.98192819107611</c:v>
                </c:pt>
                <c:pt idx="23">
                  <c:v>5.411679185194496</c:v>
                </c:pt>
                <c:pt idx="24">
                  <c:v>19.54268527488741</c:v>
                </c:pt>
                <c:pt idx="25">
                  <c:v>0.0183758206627996</c:v>
                </c:pt>
                <c:pt idx="26">
                  <c:v>0.110254923976798</c:v>
                </c:pt>
                <c:pt idx="27">
                  <c:v>5.760819777787685</c:v>
                </c:pt>
                <c:pt idx="28">
                  <c:v>0.0183758206627996</c:v>
                </c:pt>
                <c:pt idx="29">
                  <c:v>0.0275637309941995</c:v>
                </c:pt>
                <c:pt idx="30">
                  <c:v>4.685834269013904</c:v>
                </c:pt>
                <c:pt idx="31">
                  <c:v>0.248073578947795</c:v>
                </c:pt>
                <c:pt idx="32">
                  <c:v>21.41701898249298</c:v>
                </c:pt>
                <c:pt idx="33">
                  <c:v>0.248073578947795</c:v>
                </c:pt>
                <c:pt idx="34">
                  <c:v>16.06046725928688</c:v>
                </c:pt>
                <c:pt idx="35">
                  <c:v>16.66686934115927</c:v>
                </c:pt>
                <c:pt idx="36">
                  <c:v>0.0367516413255993</c:v>
                </c:pt>
                <c:pt idx="37">
                  <c:v>-0.00918791033139982</c:v>
                </c:pt>
                <c:pt idx="38">
                  <c:v>0.0</c:v>
                </c:pt>
                <c:pt idx="39">
                  <c:v>0.477771337232791</c:v>
                </c:pt>
                <c:pt idx="40">
                  <c:v>5.1452297855839</c:v>
                </c:pt>
                <c:pt idx="41">
                  <c:v>0.606402081872388</c:v>
                </c:pt>
                <c:pt idx="42">
                  <c:v>0.744220736843385</c:v>
                </c:pt>
                <c:pt idx="43">
                  <c:v>0.661529543860787</c:v>
                </c:pt>
                <c:pt idx="44">
                  <c:v>0.0367516413255993</c:v>
                </c:pt>
                <c:pt idx="45">
                  <c:v>3.656788311897128</c:v>
                </c:pt>
                <c:pt idx="46">
                  <c:v>0.119442834308198</c:v>
                </c:pt>
                <c:pt idx="47">
                  <c:v>0.422643875244392</c:v>
                </c:pt>
                <c:pt idx="48">
                  <c:v>0.0459395516569991</c:v>
                </c:pt>
                <c:pt idx="49">
                  <c:v>0.192946116959396</c:v>
                </c:pt>
                <c:pt idx="50">
                  <c:v>0.532898799221189</c:v>
                </c:pt>
                <c:pt idx="51">
                  <c:v>0.624777902535188</c:v>
                </c:pt>
                <c:pt idx="52">
                  <c:v>0.0275637309941995</c:v>
                </c:pt>
                <c:pt idx="53">
                  <c:v>0.0</c:v>
                </c:pt>
                <c:pt idx="54">
                  <c:v>1.773266693960165</c:v>
                </c:pt>
                <c:pt idx="55">
                  <c:v>0.431831785575791</c:v>
                </c:pt>
                <c:pt idx="56">
                  <c:v>1.341434908384373</c:v>
                </c:pt>
                <c:pt idx="57">
                  <c:v>0.0</c:v>
                </c:pt>
                <c:pt idx="58">
                  <c:v>0.0459395516569991</c:v>
                </c:pt>
                <c:pt idx="59">
                  <c:v>1.727327142303166</c:v>
                </c:pt>
                <c:pt idx="60">
                  <c:v>0.0</c:v>
                </c:pt>
                <c:pt idx="61">
                  <c:v>0.00918791033139982</c:v>
                </c:pt>
                <c:pt idx="62">
                  <c:v>2.655306085774547</c:v>
                </c:pt>
                <c:pt idx="63">
                  <c:v>0.0551274619883989</c:v>
                </c:pt>
                <c:pt idx="64">
                  <c:v>2.995258768036341</c:v>
                </c:pt>
                <c:pt idx="65">
                  <c:v>0.0826911929825984</c:v>
                </c:pt>
                <c:pt idx="66">
                  <c:v>5.659752764142288</c:v>
                </c:pt>
              </c:numCache>
            </c:numRef>
          </c:val>
        </c:ser>
        <c:ser>
          <c:idx val="5"/>
          <c:order val="5"/>
          <c:tx>
            <c:strRef>
              <c:f>Sheet1!$BT$7</c:f>
              <c:strCache>
                <c:ptCount val="1"/>
                <c:pt idx="0">
                  <c:v>Philadelphia</c:v>
                </c:pt>
              </c:strCache>
            </c:strRef>
          </c:tx>
          <c:invertIfNegative val="0"/>
          <c:cat>
            <c:strRef>
              <c:f>Sheet1!$BU$1:$EI$1</c:f>
              <c:strCache>
                <c:ptCount val="67"/>
                <c:pt idx="0">
                  <c:v>M1.1</c:v>
                </c:pt>
                <c:pt idx="1">
                  <c:v>M1.2</c:v>
                </c:pt>
                <c:pt idx="2">
                  <c:v>M1.3</c:v>
                </c:pt>
                <c:pt idx="3">
                  <c:v>M1.4</c:v>
                </c:pt>
                <c:pt idx="4">
                  <c:v>M1.5</c:v>
                </c:pt>
                <c:pt idx="5">
                  <c:v>M1.6</c:v>
                </c:pt>
                <c:pt idx="6">
                  <c:v>M1.7</c:v>
                </c:pt>
                <c:pt idx="7">
                  <c:v>M1.8</c:v>
                </c:pt>
                <c:pt idx="8">
                  <c:v>M1.9</c:v>
                </c:pt>
                <c:pt idx="9">
                  <c:v>M1.10</c:v>
                </c:pt>
                <c:pt idx="10">
                  <c:v>M1.11</c:v>
                </c:pt>
                <c:pt idx="11">
                  <c:v>M1.12</c:v>
                </c:pt>
                <c:pt idx="12">
                  <c:v>M1.13</c:v>
                </c:pt>
                <c:pt idx="13">
                  <c:v>M1.14</c:v>
                </c:pt>
                <c:pt idx="14">
                  <c:v>M1.15</c:v>
                </c:pt>
                <c:pt idx="15">
                  <c:v>M1.16</c:v>
                </c:pt>
                <c:pt idx="16">
                  <c:v>M1.17</c:v>
                </c:pt>
                <c:pt idx="17">
                  <c:v>M1.18</c:v>
                </c:pt>
                <c:pt idx="18">
                  <c:v>M1.19</c:v>
                </c:pt>
                <c:pt idx="19">
                  <c:v>M1.20</c:v>
                </c:pt>
                <c:pt idx="20">
                  <c:v>M1.21</c:v>
                </c:pt>
                <c:pt idx="21">
                  <c:v>M1.22</c:v>
                </c:pt>
                <c:pt idx="22">
                  <c:v>M1.23</c:v>
                </c:pt>
                <c:pt idx="23">
                  <c:v>M1.24</c:v>
                </c:pt>
                <c:pt idx="24">
                  <c:v>M1.25</c:v>
                </c:pt>
                <c:pt idx="25">
                  <c:v>M1.26</c:v>
                </c:pt>
                <c:pt idx="26">
                  <c:v>M1.27</c:v>
                </c:pt>
                <c:pt idx="27">
                  <c:v>M1.28</c:v>
                </c:pt>
                <c:pt idx="28">
                  <c:v>M1.29</c:v>
                </c:pt>
                <c:pt idx="29">
                  <c:v>M1.30</c:v>
                </c:pt>
                <c:pt idx="30">
                  <c:v>M1.31</c:v>
                </c:pt>
                <c:pt idx="31">
                  <c:v>M1.32</c:v>
                </c:pt>
                <c:pt idx="32">
                  <c:v>M1.33</c:v>
                </c:pt>
                <c:pt idx="33">
                  <c:v>M1.34</c:v>
                </c:pt>
                <c:pt idx="34">
                  <c:v>M1.35</c:v>
                </c:pt>
                <c:pt idx="35">
                  <c:v>M1.36</c:v>
                </c:pt>
                <c:pt idx="36">
                  <c:v>M1.37</c:v>
                </c:pt>
                <c:pt idx="37">
                  <c:v>M1.38</c:v>
                </c:pt>
                <c:pt idx="38">
                  <c:v>M1.39</c:v>
                </c:pt>
                <c:pt idx="39">
                  <c:v>M1.40</c:v>
                </c:pt>
                <c:pt idx="40">
                  <c:v>M1.41</c:v>
                </c:pt>
                <c:pt idx="41">
                  <c:v>M1.42</c:v>
                </c:pt>
                <c:pt idx="42">
                  <c:v>M1.43</c:v>
                </c:pt>
                <c:pt idx="43">
                  <c:v>M1.44</c:v>
                </c:pt>
                <c:pt idx="44">
                  <c:v>M1.45</c:v>
                </c:pt>
                <c:pt idx="45">
                  <c:v>M1.46</c:v>
                </c:pt>
                <c:pt idx="46">
                  <c:v>M1.47</c:v>
                </c:pt>
                <c:pt idx="47">
                  <c:v>M1.48</c:v>
                </c:pt>
                <c:pt idx="48">
                  <c:v>M1.49</c:v>
                </c:pt>
                <c:pt idx="49">
                  <c:v>M1.50</c:v>
                </c:pt>
                <c:pt idx="50">
                  <c:v>M1.51</c:v>
                </c:pt>
                <c:pt idx="51">
                  <c:v>M1.52</c:v>
                </c:pt>
                <c:pt idx="52">
                  <c:v>M1.53</c:v>
                </c:pt>
                <c:pt idx="53">
                  <c:v>M1.54</c:v>
                </c:pt>
                <c:pt idx="54">
                  <c:v>M1.55</c:v>
                </c:pt>
                <c:pt idx="55">
                  <c:v>M1.56</c:v>
                </c:pt>
                <c:pt idx="56">
                  <c:v>M1.57</c:v>
                </c:pt>
                <c:pt idx="57">
                  <c:v>M1.58</c:v>
                </c:pt>
                <c:pt idx="58">
                  <c:v>M1.59</c:v>
                </c:pt>
                <c:pt idx="59">
                  <c:v>M1.60</c:v>
                </c:pt>
                <c:pt idx="60">
                  <c:v>M1.61</c:v>
                </c:pt>
                <c:pt idx="61">
                  <c:v>M1.62</c:v>
                </c:pt>
                <c:pt idx="62">
                  <c:v>M1.63</c:v>
                </c:pt>
                <c:pt idx="63">
                  <c:v>M1.64</c:v>
                </c:pt>
                <c:pt idx="64">
                  <c:v>M1.65</c:v>
                </c:pt>
                <c:pt idx="65">
                  <c:v>M1.66</c:v>
                </c:pt>
                <c:pt idx="66">
                  <c:v>M1.67</c:v>
                </c:pt>
              </c:strCache>
            </c:strRef>
          </c:cat>
          <c:val>
            <c:numRef>
              <c:f>Sheet1!$BU$7:$EI$7</c:f>
              <c:numCache>
                <c:formatCode>General</c:formatCode>
                <c:ptCount val="67"/>
                <c:pt idx="0">
                  <c:v>2955.775283395773</c:v>
                </c:pt>
                <c:pt idx="1">
                  <c:v>3310.478336799541</c:v>
                </c:pt>
                <c:pt idx="2">
                  <c:v>20.52333712563134</c:v>
                </c:pt>
                <c:pt idx="3">
                  <c:v>6.841112375210447</c:v>
                </c:pt>
                <c:pt idx="4">
                  <c:v>0.993727007683631</c:v>
                </c:pt>
                <c:pt idx="5">
                  <c:v>0.0492757193892709</c:v>
                </c:pt>
                <c:pt idx="6">
                  <c:v>1.30580656381568</c:v>
                </c:pt>
                <c:pt idx="7">
                  <c:v>10.9679538740619</c:v>
                </c:pt>
                <c:pt idx="8">
                  <c:v>13.60420486138788</c:v>
                </c:pt>
                <c:pt idx="9">
                  <c:v>6.516713889231081</c:v>
                </c:pt>
                <c:pt idx="10">
                  <c:v>18.56873358985692</c:v>
                </c:pt>
                <c:pt idx="11">
                  <c:v>3.46572559704539</c:v>
                </c:pt>
                <c:pt idx="12">
                  <c:v>0.258697526793672</c:v>
                </c:pt>
                <c:pt idx="13">
                  <c:v>16.1172665502407</c:v>
                </c:pt>
                <c:pt idx="14">
                  <c:v>0.402418375012379</c:v>
                </c:pt>
                <c:pt idx="15">
                  <c:v>1.700012318929847</c:v>
                </c:pt>
                <c:pt idx="16">
                  <c:v>0.406524684961485</c:v>
                </c:pt>
                <c:pt idx="17">
                  <c:v>0.225847047200825</c:v>
                </c:pt>
                <c:pt idx="18">
                  <c:v>1.773925898013754</c:v>
                </c:pt>
                <c:pt idx="19">
                  <c:v>5.49424271190371</c:v>
                </c:pt>
                <c:pt idx="20">
                  <c:v>1.170298335495185</c:v>
                </c:pt>
                <c:pt idx="21">
                  <c:v>2.061367594451168</c:v>
                </c:pt>
                <c:pt idx="22">
                  <c:v>64.67848800836718</c:v>
                </c:pt>
                <c:pt idx="23">
                  <c:v>30.96978963615678</c:v>
                </c:pt>
                <c:pt idx="24">
                  <c:v>33.70869837221043</c:v>
                </c:pt>
                <c:pt idx="25">
                  <c:v>0.36135527552132</c:v>
                </c:pt>
                <c:pt idx="26">
                  <c:v>0.0657009591856946</c:v>
                </c:pt>
                <c:pt idx="27">
                  <c:v>15.86267533339614</c:v>
                </c:pt>
                <c:pt idx="28">
                  <c:v>2.020304494960108</c:v>
                </c:pt>
                <c:pt idx="29">
                  <c:v>1.227786674782668</c:v>
                </c:pt>
                <c:pt idx="30">
                  <c:v>13.23053065601925</c:v>
                </c:pt>
                <c:pt idx="31">
                  <c:v>1.597354570202199</c:v>
                </c:pt>
                <c:pt idx="32">
                  <c:v>53.79266033328744</c:v>
                </c:pt>
                <c:pt idx="33">
                  <c:v>48.08488950403019</c:v>
                </c:pt>
                <c:pt idx="34">
                  <c:v>26.87169230694909</c:v>
                </c:pt>
                <c:pt idx="35">
                  <c:v>28.80987060292707</c:v>
                </c:pt>
                <c:pt idx="36">
                  <c:v>0.0657009591856946</c:v>
                </c:pt>
                <c:pt idx="37">
                  <c:v>0.0</c:v>
                </c:pt>
                <c:pt idx="38">
                  <c:v>0.0</c:v>
                </c:pt>
                <c:pt idx="39">
                  <c:v>1.75750065821733</c:v>
                </c:pt>
                <c:pt idx="40">
                  <c:v>6.134827063964232</c:v>
                </c:pt>
                <c:pt idx="41">
                  <c:v>0.747348410737276</c:v>
                </c:pt>
                <c:pt idx="42">
                  <c:v>10.88582767507977</c:v>
                </c:pt>
                <c:pt idx="43">
                  <c:v>0.484544573994497</c:v>
                </c:pt>
                <c:pt idx="44">
                  <c:v>0.119082988524071</c:v>
                </c:pt>
                <c:pt idx="45">
                  <c:v>4.447133674881702</c:v>
                </c:pt>
                <c:pt idx="46">
                  <c:v>0.114976678574966</c:v>
                </c:pt>
                <c:pt idx="47">
                  <c:v>0.858218779363135</c:v>
                </c:pt>
                <c:pt idx="48">
                  <c:v>0.328504795928473</c:v>
                </c:pt>
                <c:pt idx="49">
                  <c:v>0.0492757193892709</c:v>
                </c:pt>
                <c:pt idx="50">
                  <c:v>0.369567895419532</c:v>
                </c:pt>
                <c:pt idx="51">
                  <c:v>0.767879960482805</c:v>
                </c:pt>
                <c:pt idx="52">
                  <c:v>3.983120650632734</c:v>
                </c:pt>
                <c:pt idx="53">
                  <c:v>0.0615946492365887</c:v>
                </c:pt>
                <c:pt idx="54">
                  <c:v>8.799822220933968</c:v>
                </c:pt>
                <c:pt idx="55">
                  <c:v>3.478044526892707</c:v>
                </c:pt>
                <c:pt idx="56">
                  <c:v>5.32177769404126</c:v>
                </c:pt>
                <c:pt idx="57">
                  <c:v>0.0657009591856946</c:v>
                </c:pt>
                <c:pt idx="58">
                  <c:v>0.139614538269601</c:v>
                </c:pt>
                <c:pt idx="59">
                  <c:v>3.400024637859694</c:v>
                </c:pt>
                <c:pt idx="60">
                  <c:v>0.517395053587345</c:v>
                </c:pt>
                <c:pt idx="61">
                  <c:v>0.176571327811554</c:v>
                </c:pt>
                <c:pt idx="62">
                  <c:v>4.282881276917464</c:v>
                </c:pt>
                <c:pt idx="63">
                  <c:v>0.143720848218707</c:v>
                </c:pt>
                <c:pt idx="64">
                  <c:v>9.719635649533692</c:v>
                </c:pt>
                <c:pt idx="65">
                  <c:v>12.60226523380604</c:v>
                </c:pt>
                <c:pt idx="66">
                  <c:v>7.958028681367255</c:v>
                </c:pt>
              </c:numCache>
            </c:numRef>
          </c:val>
        </c:ser>
        <c:ser>
          <c:idx val="6"/>
          <c:order val="6"/>
          <c:tx>
            <c:strRef>
              <c:f>Sheet1!$BT$8</c:f>
              <c:strCache>
                <c:ptCount val="1"/>
                <c:pt idx="0">
                  <c:v>Chicago</c:v>
                </c:pt>
              </c:strCache>
            </c:strRef>
          </c:tx>
          <c:invertIfNegative val="0"/>
          <c:cat>
            <c:strRef>
              <c:f>Sheet1!$BU$1:$EI$1</c:f>
              <c:strCache>
                <c:ptCount val="67"/>
                <c:pt idx="0">
                  <c:v>M1.1</c:v>
                </c:pt>
                <c:pt idx="1">
                  <c:v>M1.2</c:v>
                </c:pt>
                <c:pt idx="2">
                  <c:v>M1.3</c:v>
                </c:pt>
                <c:pt idx="3">
                  <c:v>M1.4</c:v>
                </c:pt>
                <c:pt idx="4">
                  <c:v>M1.5</c:v>
                </c:pt>
                <c:pt idx="5">
                  <c:v>M1.6</c:v>
                </c:pt>
                <c:pt idx="6">
                  <c:v>M1.7</c:v>
                </c:pt>
                <c:pt idx="7">
                  <c:v>M1.8</c:v>
                </c:pt>
                <c:pt idx="8">
                  <c:v>M1.9</c:v>
                </c:pt>
                <c:pt idx="9">
                  <c:v>M1.10</c:v>
                </c:pt>
                <c:pt idx="10">
                  <c:v>M1.11</c:v>
                </c:pt>
                <c:pt idx="11">
                  <c:v>M1.12</c:v>
                </c:pt>
                <c:pt idx="12">
                  <c:v>M1.13</c:v>
                </c:pt>
                <c:pt idx="13">
                  <c:v>M1.14</c:v>
                </c:pt>
                <c:pt idx="14">
                  <c:v>M1.15</c:v>
                </c:pt>
                <c:pt idx="15">
                  <c:v>M1.16</c:v>
                </c:pt>
                <c:pt idx="16">
                  <c:v>M1.17</c:v>
                </c:pt>
                <c:pt idx="17">
                  <c:v>M1.18</c:v>
                </c:pt>
                <c:pt idx="18">
                  <c:v>M1.19</c:v>
                </c:pt>
                <c:pt idx="19">
                  <c:v>M1.20</c:v>
                </c:pt>
                <c:pt idx="20">
                  <c:v>M1.21</c:v>
                </c:pt>
                <c:pt idx="21">
                  <c:v>M1.22</c:v>
                </c:pt>
                <c:pt idx="22">
                  <c:v>M1.23</c:v>
                </c:pt>
                <c:pt idx="23">
                  <c:v>M1.24</c:v>
                </c:pt>
                <c:pt idx="24">
                  <c:v>M1.25</c:v>
                </c:pt>
                <c:pt idx="25">
                  <c:v>M1.26</c:v>
                </c:pt>
                <c:pt idx="26">
                  <c:v>M1.27</c:v>
                </c:pt>
                <c:pt idx="27">
                  <c:v>M1.28</c:v>
                </c:pt>
                <c:pt idx="28">
                  <c:v>M1.29</c:v>
                </c:pt>
                <c:pt idx="29">
                  <c:v>M1.30</c:v>
                </c:pt>
                <c:pt idx="30">
                  <c:v>M1.31</c:v>
                </c:pt>
                <c:pt idx="31">
                  <c:v>M1.32</c:v>
                </c:pt>
                <c:pt idx="32">
                  <c:v>M1.33</c:v>
                </c:pt>
                <c:pt idx="33">
                  <c:v>M1.34</c:v>
                </c:pt>
                <c:pt idx="34">
                  <c:v>M1.35</c:v>
                </c:pt>
                <c:pt idx="35">
                  <c:v>M1.36</c:v>
                </c:pt>
                <c:pt idx="36">
                  <c:v>M1.37</c:v>
                </c:pt>
                <c:pt idx="37">
                  <c:v>M1.38</c:v>
                </c:pt>
                <c:pt idx="38">
                  <c:v>M1.39</c:v>
                </c:pt>
                <c:pt idx="39">
                  <c:v>M1.40</c:v>
                </c:pt>
                <c:pt idx="40">
                  <c:v>M1.41</c:v>
                </c:pt>
                <c:pt idx="41">
                  <c:v>M1.42</c:v>
                </c:pt>
                <c:pt idx="42">
                  <c:v>M1.43</c:v>
                </c:pt>
                <c:pt idx="43">
                  <c:v>M1.44</c:v>
                </c:pt>
                <c:pt idx="44">
                  <c:v>M1.45</c:v>
                </c:pt>
                <c:pt idx="45">
                  <c:v>M1.46</c:v>
                </c:pt>
                <c:pt idx="46">
                  <c:v>M1.47</c:v>
                </c:pt>
                <c:pt idx="47">
                  <c:v>M1.48</c:v>
                </c:pt>
                <c:pt idx="48">
                  <c:v>M1.49</c:v>
                </c:pt>
                <c:pt idx="49">
                  <c:v>M1.50</c:v>
                </c:pt>
                <c:pt idx="50">
                  <c:v>M1.51</c:v>
                </c:pt>
                <c:pt idx="51">
                  <c:v>M1.52</c:v>
                </c:pt>
                <c:pt idx="52">
                  <c:v>M1.53</c:v>
                </c:pt>
                <c:pt idx="53">
                  <c:v>M1.54</c:v>
                </c:pt>
                <c:pt idx="54">
                  <c:v>M1.55</c:v>
                </c:pt>
                <c:pt idx="55">
                  <c:v>M1.56</c:v>
                </c:pt>
                <c:pt idx="56">
                  <c:v>M1.57</c:v>
                </c:pt>
                <c:pt idx="57">
                  <c:v>M1.58</c:v>
                </c:pt>
                <c:pt idx="58">
                  <c:v>M1.59</c:v>
                </c:pt>
                <c:pt idx="59">
                  <c:v>M1.60</c:v>
                </c:pt>
                <c:pt idx="60">
                  <c:v>M1.61</c:v>
                </c:pt>
                <c:pt idx="61">
                  <c:v>M1.62</c:v>
                </c:pt>
                <c:pt idx="62">
                  <c:v>M1.63</c:v>
                </c:pt>
                <c:pt idx="63">
                  <c:v>M1.64</c:v>
                </c:pt>
                <c:pt idx="64">
                  <c:v>M1.65</c:v>
                </c:pt>
                <c:pt idx="65">
                  <c:v>M1.66</c:v>
                </c:pt>
                <c:pt idx="66">
                  <c:v>M1.67</c:v>
                </c:pt>
              </c:strCache>
            </c:strRef>
          </c:cat>
          <c:val>
            <c:numRef>
              <c:f>Sheet1!$BU$8:$EI$8</c:f>
              <c:numCache>
                <c:formatCode>General</c:formatCode>
                <c:ptCount val="67"/>
                <c:pt idx="0">
                  <c:v>3121.697382163673</c:v>
                </c:pt>
                <c:pt idx="1">
                  <c:v>3311.313354222117</c:v>
                </c:pt>
                <c:pt idx="2">
                  <c:v>24.74310164751861</c:v>
                </c:pt>
                <c:pt idx="3">
                  <c:v>7.390951562728117</c:v>
                </c:pt>
                <c:pt idx="4">
                  <c:v>0.680148916815471</c:v>
                </c:pt>
                <c:pt idx="5">
                  <c:v>0.0286378491290725</c:v>
                </c:pt>
                <c:pt idx="6">
                  <c:v>0.890159810428669</c:v>
                </c:pt>
                <c:pt idx="7">
                  <c:v>5.288456139168716</c:v>
                </c:pt>
                <c:pt idx="8">
                  <c:v>6.362375481508931</c:v>
                </c:pt>
                <c:pt idx="9">
                  <c:v>4.85172893995036</c:v>
                </c:pt>
                <c:pt idx="10">
                  <c:v>21.74328695124827</c:v>
                </c:pt>
                <c:pt idx="11">
                  <c:v>4.91139112563593</c:v>
                </c:pt>
                <c:pt idx="12">
                  <c:v>0.0763675976775266</c:v>
                </c:pt>
                <c:pt idx="13">
                  <c:v>31.27491773637456</c:v>
                </c:pt>
                <c:pt idx="14">
                  <c:v>0.226716305605157</c:v>
                </c:pt>
                <c:pt idx="15">
                  <c:v>0.346040676976292</c:v>
                </c:pt>
                <c:pt idx="16">
                  <c:v>0.00238648742742271</c:v>
                </c:pt>
                <c:pt idx="17">
                  <c:v>0.0167054119919589</c:v>
                </c:pt>
                <c:pt idx="18">
                  <c:v>6.450675516323574</c:v>
                </c:pt>
                <c:pt idx="19">
                  <c:v>8.949327852835147</c:v>
                </c:pt>
                <c:pt idx="20">
                  <c:v>1.140740990308053</c:v>
                </c:pt>
                <c:pt idx="21">
                  <c:v>1.23381399997754</c:v>
                </c:pt>
                <c:pt idx="22">
                  <c:v>76.13133542221175</c:v>
                </c:pt>
                <c:pt idx="23">
                  <c:v>-0.00238648742742271</c:v>
                </c:pt>
                <c:pt idx="24">
                  <c:v>-0.00238648742742271</c:v>
                </c:pt>
                <c:pt idx="25">
                  <c:v>5.844507709758204</c:v>
                </c:pt>
                <c:pt idx="26">
                  <c:v>0.221943330750312</c:v>
                </c:pt>
                <c:pt idx="27">
                  <c:v>7.33844883932482</c:v>
                </c:pt>
                <c:pt idx="28">
                  <c:v>0.883000348146401</c:v>
                </c:pt>
                <c:pt idx="29">
                  <c:v>-0.00238648742742271</c:v>
                </c:pt>
                <c:pt idx="30">
                  <c:v>21.8506788854823</c:v>
                </c:pt>
                <c:pt idx="31">
                  <c:v>-0.00238648742742271</c:v>
                </c:pt>
                <c:pt idx="32">
                  <c:v>29.66881169771908</c:v>
                </c:pt>
                <c:pt idx="33">
                  <c:v>-0.00238648742742271</c:v>
                </c:pt>
                <c:pt idx="34">
                  <c:v>13.22114034792179</c:v>
                </c:pt>
                <c:pt idx="35">
                  <c:v>31.58277461451209</c:v>
                </c:pt>
                <c:pt idx="36">
                  <c:v>0.0620486731129903</c:v>
                </c:pt>
                <c:pt idx="37">
                  <c:v>0.00715946228226812</c:v>
                </c:pt>
                <c:pt idx="38">
                  <c:v>0.0</c:v>
                </c:pt>
                <c:pt idx="39">
                  <c:v>0.43195422436351</c:v>
                </c:pt>
                <c:pt idx="40">
                  <c:v>1.39370865761486</c:v>
                </c:pt>
                <c:pt idx="41">
                  <c:v>0.248194692451961</c:v>
                </c:pt>
                <c:pt idx="42">
                  <c:v>8.409981694237616</c:v>
                </c:pt>
                <c:pt idx="43">
                  <c:v>0.770835439057534</c:v>
                </c:pt>
                <c:pt idx="44">
                  <c:v>0.0214783868468043</c:v>
                </c:pt>
                <c:pt idx="45">
                  <c:v>9.567428096537627</c:v>
                </c:pt>
                <c:pt idx="46">
                  <c:v>0.136029783363094</c:v>
                </c:pt>
                <c:pt idx="47">
                  <c:v>0.0954594970969082</c:v>
                </c:pt>
                <c:pt idx="48">
                  <c:v>0.0</c:v>
                </c:pt>
                <c:pt idx="49">
                  <c:v>0.0143189245645362</c:v>
                </c:pt>
                <c:pt idx="50">
                  <c:v>1.355524858776097</c:v>
                </c:pt>
                <c:pt idx="51">
                  <c:v>0.40570286266186</c:v>
                </c:pt>
                <c:pt idx="52">
                  <c:v>3.8995204564087</c:v>
                </c:pt>
                <c:pt idx="53">
                  <c:v>0.0572756982581449</c:v>
                </c:pt>
                <c:pt idx="54">
                  <c:v>7.629600305470391</c:v>
                </c:pt>
                <c:pt idx="55">
                  <c:v>-0.00238648742742271</c:v>
                </c:pt>
                <c:pt idx="56">
                  <c:v>-0.00238648742742271</c:v>
                </c:pt>
                <c:pt idx="57">
                  <c:v>0.040570286266186</c:v>
                </c:pt>
                <c:pt idx="58">
                  <c:v>0.298310928427838</c:v>
                </c:pt>
                <c:pt idx="59">
                  <c:v>1.229041025122694</c:v>
                </c:pt>
                <c:pt idx="60">
                  <c:v>0.0668216479678357</c:v>
                </c:pt>
                <c:pt idx="61">
                  <c:v>-0.00238648742742271</c:v>
                </c:pt>
                <c:pt idx="62">
                  <c:v>2.427057713688892</c:v>
                </c:pt>
                <c:pt idx="63">
                  <c:v>-0.00238648742742271</c:v>
                </c:pt>
                <c:pt idx="64">
                  <c:v>3.75633121076334</c:v>
                </c:pt>
                <c:pt idx="65">
                  <c:v>-0.00238648742742271</c:v>
                </c:pt>
                <c:pt idx="66">
                  <c:v>1.88771155509136</c:v>
                </c:pt>
              </c:numCache>
            </c:numRef>
          </c:val>
        </c:ser>
        <c:ser>
          <c:idx val="7"/>
          <c:order val="7"/>
          <c:tx>
            <c:strRef>
              <c:f>Sheet1!$BT$9</c:f>
              <c:strCache>
                <c:ptCount val="1"/>
                <c:pt idx="0">
                  <c:v>Los Angeles</c:v>
                </c:pt>
              </c:strCache>
            </c:strRef>
          </c:tx>
          <c:invertIfNegative val="0"/>
          <c:cat>
            <c:strRef>
              <c:f>Sheet1!$BU$1:$EI$1</c:f>
              <c:strCache>
                <c:ptCount val="67"/>
                <c:pt idx="0">
                  <c:v>M1.1</c:v>
                </c:pt>
                <c:pt idx="1">
                  <c:v>M1.2</c:v>
                </c:pt>
                <c:pt idx="2">
                  <c:v>M1.3</c:v>
                </c:pt>
                <c:pt idx="3">
                  <c:v>M1.4</c:v>
                </c:pt>
                <c:pt idx="4">
                  <c:v>M1.5</c:v>
                </c:pt>
                <c:pt idx="5">
                  <c:v>M1.6</c:v>
                </c:pt>
                <c:pt idx="6">
                  <c:v>M1.7</c:v>
                </c:pt>
                <c:pt idx="7">
                  <c:v>M1.8</c:v>
                </c:pt>
                <c:pt idx="8">
                  <c:v>M1.9</c:v>
                </c:pt>
                <c:pt idx="9">
                  <c:v>M1.10</c:v>
                </c:pt>
                <c:pt idx="10">
                  <c:v>M1.11</c:v>
                </c:pt>
                <c:pt idx="11">
                  <c:v>M1.12</c:v>
                </c:pt>
                <c:pt idx="12">
                  <c:v>M1.13</c:v>
                </c:pt>
                <c:pt idx="13">
                  <c:v>M1.14</c:v>
                </c:pt>
                <c:pt idx="14">
                  <c:v>M1.15</c:v>
                </c:pt>
                <c:pt idx="15">
                  <c:v>M1.16</c:v>
                </c:pt>
                <c:pt idx="16">
                  <c:v>M1.17</c:v>
                </c:pt>
                <c:pt idx="17">
                  <c:v>M1.18</c:v>
                </c:pt>
                <c:pt idx="18">
                  <c:v>M1.19</c:v>
                </c:pt>
                <c:pt idx="19">
                  <c:v>M1.20</c:v>
                </c:pt>
                <c:pt idx="20">
                  <c:v>M1.21</c:v>
                </c:pt>
                <c:pt idx="21">
                  <c:v>M1.22</c:v>
                </c:pt>
                <c:pt idx="22">
                  <c:v>M1.23</c:v>
                </c:pt>
                <c:pt idx="23">
                  <c:v>M1.24</c:v>
                </c:pt>
                <c:pt idx="24">
                  <c:v>M1.25</c:v>
                </c:pt>
                <c:pt idx="25">
                  <c:v>M1.26</c:v>
                </c:pt>
                <c:pt idx="26">
                  <c:v>M1.27</c:v>
                </c:pt>
                <c:pt idx="27">
                  <c:v>M1.28</c:v>
                </c:pt>
                <c:pt idx="28">
                  <c:v>M1.29</c:v>
                </c:pt>
                <c:pt idx="29">
                  <c:v>M1.30</c:v>
                </c:pt>
                <c:pt idx="30">
                  <c:v>M1.31</c:v>
                </c:pt>
                <c:pt idx="31">
                  <c:v>M1.32</c:v>
                </c:pt>
                <c:pt idx="32">
                  <c:v>M1.33</c:v>
                </c:pt>
                <c:pt idx="33">
                  <c:v>M1.34</c:v>
                </c:pt>
                <c:pt idx="34">
                  <c:v>M1.35</c:v>
                </c:pt>
                <c:pt idx="35">
                  <c:v>M1.36</c:v>
                </c:pt>
                <c:pt idx="36">
                  <c:v>M1.37</c:v>
                </c:pt>
                <c:pt idx="37">
                  <c:v>M1.38</c:v>
                </c:pt>
                <c:pt idx="38">
                  <c:v>M1.39</c:v>
                </c:pt>
                <c:pt idx="39">
                  <c:v>M1.40</c:v>
                </c:pt>
                <c:pt idx="40">
                  <c:v>M1.41</c:v>
                </c:pt>
                <c:pt idx="41">
                  <c:v>M1.42</c:v>
                </c:pt>
                <c:pt idx="42">
                  <c:v>M1.43</c:v>
                </c:pt>
                <c:pt idx="43">
                  <c:v>M1.44</c:v>
                </c:pt>
                <c:pt idx="44">
                  <c:v>M1.45</c:v>
                </c:pt>
                <c:pt idx="45">
                  <c:v>M1.46</c:v>
                </c:pt>
                <c:pt idx="46">
                  <c:v>M1.47</c:v>
                </c:pt>
                <c:pt idx="47">
                  <c:v>M1.48</c:v>
                </c:pt>
                <c:pt idx="48">
                  <c:v>M1.49</c:v>
                </c:pt>
                <c:pt idx="49">
                  <c:v>M1.50</c:v>
                </c:pt>
                <c:pt idx="50">
                  <c:v>M1.51</c:v>
                </c:pt>
                <c:pt idx="51">
                  <c:v>M1.52</c:v>
                </c:pt>
                <c:pt idx="52">
                  <c:v>M1.53</c:v>
                </c:pt>
                <c:pt idx="53">
                  <c:v>M1.54</c:v>
                </c:pt>
                <c:pt idx="54">
                  <c:v>M1.55</c:v>
                </c:pt>
                <c:pt idx="55">
                  <c:v>M1.56</c:v>
                </c:pt>
                <c:pt idx="56">
                  <c:v>M1.57</c:v>
                </c:pt>
                <c:pt idx="57">
                  <c:v>M1.58</c:v>
                </c:pt>
                <c:pt idx="58">
                  <c:v>M1.59</c:v>
                </c:pt>
                <c:pt idx="59">
                  <c:v>M1.60</c:v>
                </c:pt>
                <c:pt idx="60">
                  <c:v>M1.61</c:v>
                </c:pt>
                <c:pt idx="61">
                  <c:v>M1.62</c:v>
                </c:pt>
                <c:pt idx="62">
                  <c:v>M1.63</c:v>
                </c:pt>
                <c:pt idx="63">
                  <c:v>M1.64</c:v>
                </c:pt>
                <c:pt idx="64">
                  <c:v>M1.65</c:v>
                </c:pt>
                <c:pt idx="65">
                  <c:v>M1.66</c:v>
                </c:pt>
                <c:pt idx="66">
                  <c:v>M1.67</c:v>
                </c:pt>
              </c:strCache>
            </c:strRef>
          </c:cat>
          <c:val>
            <c:numRef>
              <c:f>Sheet1!$BU$9:$EI$9</c:f>
              <c:numCache>
                <c:formatCode>General</c:formatCode>
                <c:ptCount val="67"/>
                <c:pt idx="0">
                  <c:v>3262.371943312455</c:v>
                </c:pt>
                <c:pt idx="1">
                  <c:v>3287.40103527251</c:v>
                </c:pt>
                <c:pt idx="2">
                  <c:v>13.09740105051055</c:v>
                </c:pt>
                <c:pt idx="3">
                  <c:v>3.072293838193337</c:v>
                </c:pt>
                <c:pt idx="4">
                  <c:v>0.250411808059603</c:v>
                </c:pt>
                <c:pt idx="5">
                  <c:v>0.0138158238929436</c:v>
                </c:pt>
                <c:pt idx="6">
                  <c:v>0.341941641350354</c:v>
                </c:pt>
                <c:pt idx="7">
                  <c:v>3.481587621021791</c:v>
                </c:pt>
                <c:pt idx="8">
                  <c:v>11.8798815699449</c:v>
                </c:pt>
                <c:pt idx="9">
                  <c:v>3.604203058071666</c:v>
                </c:pt>
                <c:pt idx="10">
                  <c:v>7.930282914549638</c:v>
                </c:pt>
                <c:pt idx="11">
                  <c:v>1.217519480565656</c:v>
                </c:pt>
                <c:pt idx="12">
                  <c:v>0.0656251634914822</c:v>
                </c:pt>
                <c:pt idx="13">
                  <c:v>5.781922299196904</c:v>
                </c:pt>
                <c:pt idx="14">
                  <c:v>0.811679653710438</c:v>
                </c:pt>
                <c:pt idx="15">
                  <c:v>0.504277572092442</c:v>
                </c:pt>
                <c:pt idx="16">
                  <c:v>0.0742600534245719</c:v>
                </c:pt>
                <c:pt idx="17">
                  <c:v>1.03791376995739</c:v>
                </c:pt>
                <c:pt idx="18">
                  <c:v>2.920319775370957</c:v>
                </c:pt>
                <c:pt idx="19">
                  <c:v>3.88742744787701</c:v>
                </c:pt>
                <c:pt idx="20">
                  <c:v>3.106833397925696</c:v>
                </c:pt>
                <c:pt idx="21">
                  <c:v>1.977389794677555</c:v>
                </c:pt>
                <c:pt idx="22">
                  <c:v>16.25777076602141</c:v>
                </c:pt>
                <c:pt idx="23">
                  <c:v>3.9634144792882</c:v>
                </c:pt>
                <c:pt idx="24">
                  <c:v>12.2943562867332</c:v>
                </c:pt>
                <c:pt idx="25">
                  <c:v>0.383389113029185</c:v>
                </c:pt>
                <c:pt idx="26">
                  <c:v>0.0</c:v>
                </c:pt>
                <c:pt idx="27">
                  <c:v>11.13382707972594</c:v>
                </c:pt>
                <c:pt idx="28">
                  <c:v>6.546973547268657</c:v>
                </c:pt>
                <c:pt idx="29">
                  <c:v>0.0103618679197077</c:v>
                </c:pt>
                <c:pt idx="30">
                  <c:v>0.243503896113131</c:v>
                </c:pt>
                <c:pt idx="31">
                  <c:v>0.290132301751816</c:v>
                </c:pt>
                <c:pt idx="32">
                  <c:v>52.67110161386093</c:v>
                </c:pt>
                <c:pt idx="33">
                  <c:v>2.215712756830832</c:v>
                </c:pt>
                <c:pt idx="34">
                  <c:v>15.95382264037664</c:v>
                </c:pt>
                <c:pt idx="35">
                  <c:v>12.81763061667844</c:v>
                </c:pt>
                <c:pt idx="36">
                  <c:v>0.0500823616119206</c:v>
                </c:pt>
                <c:pt idx="37">
                  <c:v>0.00863488993308976</c:v>
                </c:pt>
                <c:pt idx="38">
                  <c:v>0.00172697798661795</c:v>
                </c:pt>
                <c:pt idx="39">
                  <c:v>0.57335669155716</c:v>
                </c:pt>
                <c:pt idx="40">
                  <c:v>3.058478014300393</c:v>
                </c:pt>
                <c:pt idx="41">
                  <c:v>0.746054490218955</c:v>
                </c:pt>
                <c:pt idx="42">
                  <c:v>5.697300377852624</c:v>
                </c:pt>
                <c:pt idx="43">
                  <c:v>0.433471474641106</c:v>
                </c:pt>
                <c:pt idx="44">
                  <c:v>0.0172697798661795</c:v>
                </c:pt>
                <c:pt idx="45">
                  <c:v>1.707981228765155</c:v>
                </c:pt>
                <c:pt idx="46">
                  <c:v>0.226234116246952</c:v>
                </c:pt>
                <c:pt idx="47">
                  <c:v>0.181332688594885</c:v>
                </c:pt>
                <c:pt idx="48">
                  <c:v>0.0673521414781001</c:v>
                </c:pt>
                <c:pt idx="49">
                  <c:v>0.165789886715323</c:v>
                </c:pt>
                <c:pt idx="50">
                  <c:v>0.426563562694634</c:v>
                </c:pt>
                <c:pt idx="51">
                  <c:v>0.307402081617995</c:v>
                </c:pt>
                <c:pt idx="52">
                  <c:v>4.282905406812522</c:v>
                </c:pt>
                <c:pt idx="53">
                  <c:v>0.188240600541357</c:v>
                </c:pt>
                <c:pt idx="54">
                  <c:v>3.747542230960956</c:v>
                </c:pt>
                <c:pt idx="55">
                  <c:v>0.642435811021878</c:v>
                </c:pt>
                <c:pt idx="56">
                  <c:v>3.105106419939078</c:v>
                </c:pt>
                <c:pt idx="57">
                  <c:v>0.034539559732359</c:v>
                </c:pt>
                <c:pt idx="58">
                  <c:v>0.00690791194647181</c:v>
                </c:pt>
                <c:pt idx="59">
                  <c:v>2.554200442207951</c:v>
                </c:pt>
                <c:pt idx="60">
                  <c:v>1.635448153327201</c:v>
                </c:pt>
                <c:pt idx="61">
                  <c:v>0.00172697798661795</c:v>
                </c:pt>
                <c:pt idx="62">
                  <c:v>0.0673521414781001</c:v>
                </c:pt>
                <c:pt idx="63">
                  <c:v>0.107072635170313</c:v>
                </c:pt>
                <c:pt idx="64">
                  <c:v>8.90947943296202</c:v>
                </c:pt>
                <c:pt idx="65">
                  <c:v>0.858308059349122</c:v>
                </c:pt>
                <c:pt idx="66">
                  <c:v>3.683644045456092</c:v>
                </c:pt>
              </c:numCache>
            </c:numRef>
          </c:val>
        </c:ser>
        <c:ser>
          <c:idx val="8"/>
          <c:order val="8"/>
          <c:tx>
            <c:strRef>
              <c:f>Sheet1!$BT$10</c:f>
              <c:strCache>
                <c:ptCount val="1"/>
                <c:pt idx="0">
                  <c:v>Memphis</c:v>
                </c:pt>
              </c:strCache>
            </c:strRef>
          </c:tx>
          <c:invertIfNegative val="0"/>
          <c:cat>
            <c:strRef>
              <c:f>Sheet1!$BU$1:$EI$1</c:f>
              <c:strCache>
                <c:ptCount val="67"/>
                <c:pt idx="0">
                  <c:v>M1.1</c:v>
                </c:pt>
                <c:pt idx="1">
                  <c:v>M1.2</c:v>
                </c:pt>
                <c:pt idx="2">
                  <c:v>M1.3</c:v>
                </c:pt>
                <c:pt idx="3">
                  <c:v>M1.4</c:v>
                </c:pt>
                <c:pt idx="4">
                  <c:v>M1.5</c:v>
                </c:pt>
                <c:pt idx="5">
                  <c:v>M1.6</c:v>
                </c:pt>
                <c:pt idx="6">
                  <c:v>M1.7</c:v>
                </c:pt>
                <c:pt idx="7">
                  <c:v>M1.8</c:v>
                </c:pt>
                <c:pt idx="8">
                  <c:v>M1.9</c:v>
                </c:pt>
                <c:pt idx="9">
                  <c:v>M1.10</c:v>
                </c:pt>
                <c:pt idx="10">
                  <c:v>M1.11</c:v>
                </c:pt>
                <c:pt idx="11">
                  <c:v>M1.12</c:v>
                </c:pt>
                <c:pt idx="12">
                  <c:v>M1.13</c:v>
                </c:pt>
                <c:pt idx="13">
                  <c:v>M1.14</c:v>
                </c:pt>
                <c:pt idx="14">
                  <c:v>M1.15</c:v>
                </c:pt>
                <c:pt idx="15">
                  <c:v>M1.16</c:v>
                </c:pt>
                <c:pt idx="16">
                  <c:v>M1.17</c:v>
                </c:pt>
                <c:pt idx="17">
                  <c:v>M1.18</c:v>
                </c:pt>
                <c:pt idx="18">
                  <c:v>M1.19</c:v>
                </c:pt>
                <c:pt idx="19">
                  <c:v>M1.20</c:v>
                </c:pt>
                <c:pt idx="20">
                  <c:v>M1.21</c:v>
                </c:pt>
                <c:pt idx="21">
                  <c:v>M1.22</c:v>
                </c:pt>
                <c:pt idx="22">
                  <c:v>M1.23</c:v>
                </c:pt>
                <c:pt idx="23">
                  <c:v>M1.24</c:v>
                </c:pt>
                <c:pt idx="24">
                  <c:v>M1.25</c:v>
                </c:pt>
                <c:pt idx="25">
                  <c:v>M1.26</c:v>
                </c:pt>
                <c:pt idx="26">
                  <c:v>M1.27</c:v>
                </c:pt>
                <c:pt idx="27">
                  <c:v>M1.28</c:v>
                </c:pt>
                <c:pt idx="28">
                  <c:v>M1.29</c:v>
                </c:pt>
                <c:pt idx="29">
                  <c:v>M1.30</c:v>
                </c:pt>
                <c:pt idx="30">
                  <c:v>M1.31</c:v>
                </c:pt>
                <c:pt idx="31">
                  <c:v>M1.32</c:v>
                </c:pt>
                <c:pt idx="32">
                  <c:v>M1.33</c:v>
                </c:pt>
                <c:pt idx="33">
                  <c:v>M1.34</c:v>
                </c:pt>
                <c:pt idx="34">
                  <c:v>M1.35</c:v>
                </c:pt>
                <c:pt idx="35">
                  <c:v>M1.36</c:v>
                </c:pt>
                <c:pt idx="36">
                  <c:v>M1.37</c:v>
                </c:pt>
                <c:pt idx="37">
                  <c:v>M1.38</c:v>
                </c:pt>
                <c:pt idx="38">
                  <c:v>M1.39</c:v>
                </c:pt>
                <c:pt idx="39">
                  <c:v>M1.40</c:v>
                </c:pt>
                <c:pt idx="40">
                  <c:v>M1.41</c:v>
                </c:pt>
                <c:pt idx="41">
                  <c:v>M1.42</c:v>
                </c:pt>
                <c:pt idx="42">
                  <c:v>M1.43</c:v>
                </c:pt>
                <c:pt idx="43">
                  <c:v>M1.44</c:v>
                </c:pt>
                <c:pt idx="44">
                  <c:v>M1.45</c:v>
                </c:pt>
                <c:pt idx="45">
                  <c:v>M1.46</c:v>
                </c:pt>
                <c:pt idx="46">
                  <c:v>M1.47</c:v>
                </c:pt>
                <c:pt idx="47">
                  <c:v>M1.48</c:v>
                </c:pt>
                <c:pt idx="48">
                  <c:v>M1.49</c:v>
                </c:pt>
                <c:pt idx="49">
                  <c:v>M1.50</c:v>
                </c:pt>
                <c:pt idx="50">
                  <c:v>M1.51</c:v>
                </c:pt>
                <c:pt idx="51">
                  <c:v>M1.52</c:v>
                </c:pt>
                <c:pt idx="52">
                  <c:v>M1.53</c:v>
                </c:pt>
                <c:pt idx="53">
                  <c:v>M1.54</c:v>
                </c:pt>
                <c:pt idx="54">
                  <c:v>M1.55</c:v>
                </c:pt>
                <c:pt idx="55">
                  <c:v>M1.56</c:v>
                </c:pt>
                <c:pt idx="56">
                  <c:v>M1.57</c:v>
                </c:pt>
                <c:pt idx="57">
                  <c:v>M1.58</c:v>
                </c:pt>
                <c:pt idx="58">
                  <c:v>M1.59</c:v>
                </c:pt>
                <c:pt idx="59">
                  <c:v>M1.60</c:v>
                </c:pt>
                <c:pt idx="60">
                  <c:v>M1.61</c:v>
                </c:pt>
                <c:pt idx="61">
                  <c:v>M1.62</c:v>
                </c:pt>
                <c:pt idx="62">
                  <c:v>M1.63</c:v>
                </c:pt>
                <c:pt idx="63">
                  <c:v>M1.64</c:v>
                </c:pt>
                <c:pt idx="64">
                  <c:v>M1.65</c:v>
                </c:pt>
                <c:pt idx="65">
                  <c:v>M1.66</c:v>
                </c:pt>
                <c:pt idx="66">
                  <c:v>M1.67</c:v>
                </c:pt>
              </c:strCache>
            </c:strRef>
          </c:cat>
          <c:val>
            <c:numRef>
              <c:f>Sheet1!$BU$10:$EI$10</c:f>
              <c:numCache>
                <c:formatCode>General</c:formatCode>
                <c:ptCount val="67"/>
                <c:pt idx="0">
                  <c:v>2928.789753517669</c:v>
                </c:pt>
                <c:pt idx="1">
                  <c:v>3242.169942342494</c:v>
                </c:pt>
                <c:pt idx="2">
                  <c:v>15.70192051400755</c:v>
                </c:pt>
                <c:pt idx="3">
                  <c:v>3.682224373272729</c:v>
                </c:pt>
                <c:pt idx="4">
                  <c:v>0.562827041510599</c:v>
                </c:pt>
                <c:pt idx="5">
                  <c:v>0.0476972069076778</c:v>
                </c:pt>
                <c:pt idx="6">
                  <c:v>0.963483579535093</c:v>
                </c:pt>
                <c:pt idx="7">
                  <c:v>6.410504608391901</c:v>
                </c:pt>
                <c:pt idx="8">
                  <c:v>11.26608027159351</c:v>
                </c:pt>
                <c:pt idx="9">
                  <c:v>12.77331200987613</c:v>
                </c:pt>
                <c:pt idx="10">
                  <c:v>26.93938246145645</c:v>
                </c:pt>
                <c:pt idx="11">
                  <c:v>1.936506600451721</c:v>
                </c:pt>
                <c:pt idx="12">
                  <c:v>0.362498772498352</c:v>
                </c:pt>
                <c:pt idx="13">
                  <c:v>43.80511482401133</c:v>
                </c:pt>
                <c:pt idx="14">
                  <c:v>1.860191069399436</c:v>
                </c:pt>
                <c:pt idx="15">
                  <c:v>2.318084255713143</c:v>
                </c:pt>
                <c:pt idx="16">
                  <c:v>0.372038213879887</c:v>
                </c:pt>
                <c:pt idx="17">
                  <c:v>1.259206262362695</c:v>
                </c:pt>
                <c:pt idx="18">
                  <c:v>3.977947056100332</c:v>
                </c:pt>
                <c:pt idx="19">
                  <c:v>8.8239832779204</c:v>
                </c:pt>
                <c:pt idx="20">
                  <c:v>4.750641808004713</c:v>
                </c:pt>
                <c:pt idx="21">
                  <c:v>1.335521793414979</c:v>
                </c:pt>
                <c:pt idx="22">
                  <c:v>51.72285117068585</c:v>
                </c:pt>
                <c:pt idx="23">
                  <c:v>15.91178822440133</c:v>
                </c:pt>
                <c:pt idx="24">
                  <c:v>35.53441914622</c:v>
                </c:pt>
                <c:pt idx="25">
                  <c:v>1.144732965784268</c:v>
                </c:pt>
                <c:pt idx="26">
                  <c:v>0.0476972069076778</c:v>
                </c:pt>
                <c:pt idx="27">
                  <c:v>9.615756912587856</c:v>
                </c:pt>
                <c:pt idx="28">
                  <c:v>14.6716608448017</c:v>
                </c:pt>
                <c:pt idx="29">
                  <c:v>12.40127379599624</c:v>
                </c:pt>
                <c:pt idx="30">
                  <c:v>34.70448774602639</c:v>
                </c:pt>
                <c:pt idx="31">
                  <c:v>0.0381577655261423</c:v>
                </c:pt>
                <c:pt idx="32">
                  <c:v>95.0509939256204</c:v>
                </c:pt>
                <c:pt idx="33">
                  <c:v>2.613806938540746</c:v>
                </c:pt>
                <c:pt idx="34">
                  <c:v>19.2028955010311</c:v>
                </c:pt>
                <c:pt idx="35">
                  <c:v>42.01169984428263</c:v>
                </c:pt>
                <c:pt idx="36">
                  <c:v>0.0476972069076778</c:v>
                </c:pt>
                <c:pt idx="37">
                  <c:v>0.00953944138153557</c:v>
                </c:pt>
                <c:pt idx="38">
                  <c:v>0.0190788827630711</c:v>
                </c:pt>
                <c:pt idx="39">
                  <c:v>0.562827041510599</c:v>
                </c:pt>
                <c:pt idx="40">
                  <c:v>4.369064152743291</c:v>
                </c:pt>
                <c:pt idx="41">
                  <c:v>1.001641345061235</c:v>
                </c:pt>
                <c:pt idx="42">
                  <c:v>20.48118064615687</c:v>
                </c:pt>
                <c:pt idx="43">
                  <c:v>0.486511510458314</c:v>
                </c:pt>
                <c:pt idx="44">
                  <c:v>0.0953944138153557</c:v>
                </c:pt>
                <c:pt idx="45">
                  <c:v>21.3492698118766</c:v>
                </c:pt>
                <c:pt idx="46">
                  <c:v>0.934865255390486</c:v>
                </c:pt>
                <c:pt idx="47">
                  <c:v>0.963483579535093</c:v>
                </c:pt>
                <c:pt idx="48">
                  <c:v>0.34341988973528</c:v>
                </c:pt>
                <c:pt idx="49">
                  <c:v>0.333880448353745</c:v>
                </c:pt>
                <c:pt idx="50">
                  <c:v>1.50723173828262</c:v>
                </c:pt>
                <c:pt idx="51">
                  <c:v>0.696379220852096</c:v>
                </c:pt>
                <c:pt idx="52">
                  <c:v>3.825315993995761</c:v>
                </c:pt>
                <c:pt idx="53">
                  <c:v>0.0858549724338201</c:v>
                </c:pt>
                <c:pt idx="54">
                  <c:v>7.14504159477014</c:v>
                </c:pt>
                <c:pt idx="55">
                  <c:v>2.403939228146963</c:v>
                </c:pt>
                <c:pt idx="56">
                  <c:v>4.683865718333964</c:v>
                </c:pt>
                <c:pt idx="57">
                  <c:v>0.0190788827630711</c:v>
                </c:pt>
                <c:pt idx="58">
                  <c:v>0.0286183241446067</c:v>
                </c:pt>
                <c:pt idx="59">
                  <c:v>2.184532076371645</c:v>
                </c:pt>
                <c:pt idx="60">
                  <c:v>2.203610959134716</c:v>
                </c:pt>
                <c:pt idx="61">
                  <c:v>2.365781462620821</c:v>
                </c:pt>
                <c:pt idx="62">
                  <c:v>12.7923908926392</c:v>
                </c:pt>
                <c:pt idx="63">
                  <c:v>0.0190788827630711</c:v>
                </c:pt>
                <c:pt idx="64">
                  <c:v>25.81372837843525</c:v>
                </c:pt>
                <c:pt idx="65">
                  <c:v>1.383219000322657</c:v>
                </c:pt>
                <c:pt idx="66">
                  <c:v>4.99866728392464</c:v>
                </c:pt>
              </c:numCache>
            </c:numRef>
          </c:val>
        </c:ser>
        <c:ser>
          <c:idx val="9"/>
          <c:order val="9"/>
          <c:tx>
            <c:strRef>
              <c:f>Sheet1!$BT$11</c:f>
              <c:strCache>
                <c:ptCount val="1"/>
                <c:pt idx="0">
                  <c:v>New York City</c:v>
                </c:pt>
              </c:strCache>
            </c:strRef>
          </c:tx>
          <c:invertIfNegative val="0"/>
          <c:cat>
            <c:strRef>
              <c:f>Sheet1!$BU$1:$EI$1</c:f>
              <c:strCache>
                <c:ptCount val="67"/>
                <c:pt idx="0">
                  <c:v>M1.1</c:v>
                </c:pt>
                <c:pt idx="1">
                  <c:v>M1.2</c:v>
                </c:pt>
                <c:pt idx="2">
                  <c:v>M1.3</c:v>
                </c:pt>
                <c:pt idx="3">
                  <c:v>M1.4</c:v>
                </c:pt>
                <c:pt idx="4">
                  <c:v>M1.5</c:v>
                </c:pt>
                <c:pt idx="5">
                  <c:v>M1.6</c:v>
                </c:pt>
                <c:pt idx="6">
                  <c:v>M1.7</c:v>
                </c:pt>
                <c:pt idx="7">
                  <c:v>M1.8</c:v>
                </c:pt>
                <c:pt idx="8">
                  <c:v>M1.9</c:v>
                </c:pt>
                <c:pt idx="9">
                  <c:v>M1.10</c:v>
                </c:pt>
                <c:pt idx="10">
                  <c:v>M1.11</c:v>
                </c:pt>
                <c:pt idx="11">
                  <c:v>M1.12</c:v>
                </c:pt>
                <c:pt idx="12">
                  <c:v>M1.13</c:v>
                </c:pt>
                <c:pt idx="13">
                  <c:v>M1.14</c:v>
                </c:pt>
                <c:pt idx="14">
                  <c:v>M1.15</c:v>
                </c:pt>
                <c:pt idx="15">
                  <c:v>M1.16</c:v>
                </c:pt>
                <c:pt idx="16">
                  <c:v>M1.17</c:v>
                </c:pt>
                <c:pt idx="17">
                  <c:v>M1.18</c:v>
                </c:pt>
                <c:pt idx="18">
                  <c:v>M1.19</c:v>
                </c:pt>
                <c:pt idx="19">
                  <c:v>M1.20</c:v>
                </c:pt>
                <c:pt idx="20">
                  <c:v>M1.21</c:v>
                </c:pt>
                <c:pt idx="21">
                  <c:v>M1.22</c:v>
                </c:pt>
                <c:pt idx="22">
                  <c:v>M1.23</c:v>
                </c:pt>
                <c:pt idx="23">
                  <c:v>M1.24</c:v>
                </c:pt>
                <c:pt idx="24">
                  <c:v>M1.25</c:v>
                </c:pt>
                <c:pt idx="25">
                  <c:v>M1.26</c:v>
                </c:pt>
                <c:pt idx="26">
                  <c:v>M1.27</c:v>
                </c:pt>
                <c:pt idx="27">
                  <c:v>M1.28</c:v>
                </c:pt>
                <c:pt idx="28">
                  <c:v>M1.29</c:v>
                </c:pt>
                <c:pt idx="29">
                  <c:v>M1.30</c:v>
                </c:pt>
                <c:pt idx="30">
                  <c:v>M1.31</c:v>
                </c:pt>
                <c:pt idx="31">
                  <c:v>M1.32</c:v>
                </c:pt>
                <c:pt idx="32">
                  <c:v>M1.33</c:v>
                </c:pt>
                <c:pt idx="33">
                  <c:v>M1.34</c:v>
                </c:pt>
                <c:pt idx="34">
                  <c:v>M1.35</c:v>
                </c:pt>
                <c:pt idx="35">
                  <c:v>M1.36</c:v>
                </c:pt>
                <c:pt idx="36">
                  <c:v>M1.37</c:v>
                </c:pt>
                <c:pt idx="37">
                  <c:v>M1.38</c:v>
                </c:pt>
                <c:pt idx="38">
                  <c:v>M1.39</c:v>
                </c:pt>
                <c:pt idx="39">
                  <c:v>M1.40</c:v>
                </c:pt>
                <c:pt idx="40">
                  <c:v>M1.41</c:v>
                </c:pt>
                <c:pt idx="41">
                  <c:v>M1.42</c:v>
                </c:pt>
                <c:pt idx="42">
                  <c:v>M1.43</c:v>
                </c:pt>
                <c:pt idx="43">
                  <c:v>M1.44</c:v>
                </c:pt>
                <c:pt idx="44">
                  <c:v>M1.45</c:v>
                </c:pt>
                <c:pt idx="45">
                  <c:v>M1.46</c:v>
                </c:pt>
                <c:pt idx="46">
                  <c:v>M1.47</c:v>
                </c:pt>
                <c:pt idx="47">
                  <c:v>M1.48</c:v>
                </c:pt>
                <c:pt idx="48">
                  <c:v>M1.49</c:v>
                </c:pt>
                <c:pt idx="49">
                  <c:v>M1.50</c:v>
                </c:pt>
                <c:pt idx="50">
                  <c:v>M1.51</c:v>
                </c:pt>
                <c:pt idx="51">
                  <c:v>M1.52</c:v>
                </c:pt>
                <c:pt idx="52">
                  <c:v>M1.53</c:v>
                </c:pt>
                <c:pt idx="53">
                  <c:v>M1.54</c:v>
                </c:pt>
                <c:pt idx="54">
                  <c:v>M1.55</c:v>
                </c:pt>
                <c:pt idx="55">
                  <c:v>M1.56</c:v>
                </c:pt>
                <c:pt idx="56">
                  <c:v>M1.57</c:v>
                </c:pt>
                <c:pt idx="57">
                  <c:v>M1.58</c:v>
                </c:pt>
                <c:pt idx="58">
                  <c:v>M1.59</c:v>
                </c:pt>
                <c:pt idx="59">
                  <c:v>M1.60</c:v>
                </c:pt>
                <c:pt idx="60">
                  <c:v>M1.61</c:v>
                </c:pt>
                <c:pt idx="61">
                  <c:v>M1.62</c:v>
                </c:pt>
                <c:pt idx="62">
                  <c:v>M1.63</c:v>
                </c:pt>
                <c:pt idx="63">
                  <c:v>M1.64</c:v>
                </c:pt>
                <c:pt idx="64">
                  <c:v>M1.65</c:v>
                </c:pt>
                <c:pt idx="65">
                  <c:v>M1.66</c:v>
                </c:pt>
                <c:pt idx="66">
                  <c:v>M1.67</c:v>
                </c:pt>
              </c:strCache>
            </c:strRef>
          </c:cat>
          <c:val>
            <c:numRef>
              <c:f>Sheet1!$BU$11:$EI$11</c:f>
              <c:numCache>
                <c:formatCode>General</c:formatCode>
                <c:ptCount val="67"/>
                <c:pt idx="0">
                  <c:v>2860.297309461486</c:v>
                </c:pt>
                <c:pt idx="1">
                  <c:v>3161.381508146573</c:v>
                </c:pt>
                <c:pt idx="2">
                  <c:v>22.12037853960145</c:v>
                </c:pt>
                <c:pt idx="3">
                  <c:v>4.530733188941047</c:v>
                </c:pt>
                <c:pt idx="4">
                  <c:v>0.422799683051887</c:v>
                </c:pt>
                <c:pt idx="5">
                  <c:v>0.00883901776415095</c:v>
                </c:pt>
                <c:pt idx="6">
                  <c:v>0.676921443771227</c:v>
                </c:pt>
                <c:pt idx="7">
                  <c:v>8.27258404243162</c:v>
                </c:pt>
                <c:pt idx="8">
                  <c:v>11.32425492550474</c:v>
                </c:pt>
                <c:pt idx="9">
                  <c:v>3.408914517707553</c:v>
                </c:pt>
                <c:pt idx="10">
                  <c:v>11.15999651205426</c:v>
                </c:pt>
                <c:pt idx="11">
                  <c:v>2.340129953058966</c:v>
                </c:pt>
                <c:pt idx="12">
                  <c:v>0.103858458728774</c:v>
                </c:pt>
                <c:pt idx="13">
                  <c:v>17.02026528968635</c:v>
                </c:pt>
                <c:pt idx="14">
                  <c:v>5.11042543730661</c:v>
                </c:pt>
                <c:pt idx="15">
                  <c:v>13.65480927598587</c:v>
                </c:pt>
                <c:pt idx="16">
                  <c:v>0.176780355283019</c:v>
                </c:pt>
                <c:pt idx="17">
                  <c:v>1.736866990655663</c:v>
                </c:pt>
                <c:pt idx="18">
                  <c:v>5.60835677135378</c:v>
                </c:pt>
                <c:pt idx="19">
                  <c:v>6.377351316834916</c:v>
                </c:pt>
                <c:pt idx="20">
                  <c:v>2.375486024115568</c:v>
                </c:pt>
                <c:pt idx="21">
                  <c:v>3.894323909922176</c:v>
                </c:pt>
                <c:pt idx="22">
                  <c:v>74.1711443982454</c:v>
                </c:pt>
                <c:pt idx="23">
                  <c:v>19.88778996933966</c:v>
                </c:pt>
                <c:pt idx="24">
                  <c:v>54.28335442890575</c:v>
                </c:pt>
                <c:pt idx="25">
                  <c:v>3.580538779294817</c:v>
                </c:pt>
                <c:pt idx="26">
                  <c:v>0.0257804684787736</c:v>
                </c:pt>
                <c:pt idx="27">
                  <c:v>3.045778204563684</c:v>
                </c:pt>
                <c:pt idx="28">
                  <c:v>103.8046880373752</c:v>
                </c:pt>
                <c:pt idx="29">
                  <c:v>-0.000736584813679246</c:v>
                </c:pt>
                <c:pt idx="30">
                  <c:v>34.66147157730428</c:v>
                </c:pt>
                <c:pt idx="31">
                  <c:v>2.415998188867928</c:v>
                </c:pt>
                <c:pt idx="32">
                  <c:v>220.7640442622479</c:v>
                </c:pt>
                <c:pt idx="33">
                  <c:v>-0.000736584813679246</c:v>
                </c:pt>
                <c:pt idx="34">
                  <c:v>20.69656009475947</c:v>
                </c:pt>
                <c:pt idx="35">
                  <c:v>17.01289944154956</c:v>
                </c:pt>
                <c:pt idx="36">
                  <c:v>0.0346194862429246</c:v>
                </c:pt>
                <c:pt idx="37">
                  <c:v>0.00220975444103774</c:v>
                </c:pt>
                <c:pt idx="38">
                  <c:v>0.00810243295047171</c:v>
                </c:pt>
                <c:pt idx="39">
                  <c:v>0.900843227129718</c:v>
                </c:pt>
                <c:pt idx="40">
                  <c:v>3.091446463011795</c:v>
                </c:pt>
                <c:pt idx="41">
                  <c:v>0.333672920596699</c:v>
                </c:pt>
                <c:pt idx="42">
                  <c:v>5.63045431576416</c:v>
                </c:pt>
                <c:pt idx="43">
                  <c:v>0.230551046681604</c:v>
                </c:pt>
                <c:pt idx="44">
                  <c:v>0.0213609595966981</c:v>
                </c:pt>
                <c:pt idx="45">
                  <c:v>4.512318568599062</c:v>
                </c:pt>
                <c:pt idx="46">
                  <c:v>0.493511825165095</c:v>
                </c:pt>
                <c:pt idx="47">
                  <c:v>2.768085729806608</c:v>
                </c:pt>
                <c:pt idx="48">
                  <c:v>0.142160869040095</c:v>
                </c:pt>
                <c:pt idx="49">
                  <c:v>0.219502274476415</c:v>
                </c:pt>
                <c:pt idx="50">
                  <c:v>0.757945773275945</c:v>
                </c:pt>
                <c:pt idx="51">
                  <c:v>0.861067647191039</c:v>
                </c:pt>
                <c:pt idx="52">
                  <c:v>3.794148375261799</c:v>
                </c:pt>
                <c:pt idx="53">
                  <c:v>0.101648704287736</c:v>
                </c:pt>
                <c:pt idx="54">
                  <c:v>11.59973764582077</c:v>
                </c:pt>
                <c:pt idx="55">
                  <c:v>3.032519677917458</c:v>
                </c:pt>
                <c:pt idx="56">
                  <c:v>8.567217967903316</c:v>
                </c:pt>
                <c:pt idx="57">
                  <c:v>0.533287405103774</c:v>
                </c:pt>
                <c:pt idx="58">
                  <c:v>0.0206243747830189</c:v>
                </c:pt>
                <c:pt idx="59">
                  <c:v>0.178990109724057</c:v>
                </c:pt>
                <c:pt idx="60">
                  <c:v>11.81482041141511</c:v>
                </c:pt>
                <c:pt idx="61">
                  <c:v>-0.000736584813679246</c:v>
                </c:pt>
                <c:pt idx="62">
                  <c:v>7.637647933040106</c:v>
                </c:pt>
                <c:pt idx="63">
                  <c:v>2.132413035601419</c:v>
                </c:pt>
                <c:pt idx="64">
                  <c:v>23.97804543970051</c:v>
                </c:pt>
                <c:pt idx="65">
                  <c:v>-0.000736584813679246</c:v>
                </c:pt>
                <c:pt idx="66">
                  <c:v>4.03501160933491</c:v>
                </c:pt>
              </c:numCache>
            </c:numRef>
          </c:val>
        </c:ser>
        <c:ser>
          <c:idx val="10"/>
          <c:order val="10"/>
          <c:tx>
            <c:strRef>
              <c:f>Sheet1!$BT$12</c:f>
              <c:strCache>
                <c:ptCount val="1"/>
                <c:pt idx="0">
                  <c:v>Dallas</c:v>
                </c:pt>
              </c:strCache>
            </c:strRef>
          </c:tx>
          <c:invertIfNegative val="0"/>
          <c:cat>
            <c:strRef>
              <c:f>Sheet1!$BU$1:$EI$1</c:f>
              <c:strCache>
                <c:ptCount val="67"/>
                <c:pt idx="0">
                  <c:v>M1.1</c:v>
                </c:pt>
                <c:pt idx="1">
                  <c:v>M1.2</c:v>
                </c:pt>
                <c:pt idx="2">
                  <c:v>M1.3</c:v>
                </c:pt>
                <c:pt idx="3">
                  <c:v>M1.4</c:v>
                </c:pt>
                <c:pt idx="4">
                  <c:v>M1.5</c:v>
                </c:pt>
                <c:pt idx="5">
                  <c:v>M1.6</c:v>
                </c:pt>
                <c:pt idx="6">
                  <c:v>M1.7</c:v>
                </c:pt>
                <c:pt idx="7">
                  <c:v>M1.8</c:v>
                </c:pt>
                <c:pt idx="8">
                  <c:v>M1.9</c:v>
                </c:pt>
                <c:pt idx="9">
                  <c:v>M1.10</c:v>
                </c:pt>
                <c:pt idx="10">
                  <c:v>M1.11</c:v>
                </c:pt>
                <c:pt idx="11">
                  <c:v>M1.12</c:v>
                </c:pt>
                <c:pt idx="12">
                  <c:v>M1.13</c:v>
                </c:pt>
                <c:pt idx="13">
                  <c:v>M1.14</c:v>
                </c:pt>
                <c:pt idx="14">
                  <c:v>M1.15</c:v>
                </c:pt>
                <c:pt idx="15">
                  <c:v>M1.16</c:v>
                </c:pt>
                <c:pt idx="16">
                  <c:v>M1.17</c:v>
                </c:pt>
                <c:pt idx="17">
                  <c:v>M1.18</c:v>
                </c:pt>
                <c:pt idx="18">
                  <c:v>M1.19</c:v>
                </c:pt>
                <c:pt idx="19">
                  <c:v>M1.20</c:v>
                </c:pt>
                <c:pt idx="20">
                  <c:v>M1.21</c:v>
                </c:pt>
                <c:pt idx="21">
                  <c:v>M1.22</c:v>
                </c:pt>
                <c:pt idx="22">
                  <c:v>M1.23</c:v>
                </c:pt>
                <c:pt idx="23">
                  <c:v>M1.24</c:v>
                </c:pt>
                <c:pt idx="24">
                  <c:v>M1.25</c:v>
                </c:pt>
                <c:pt idx="25">
                  <c:v>M1.26</c:v>
                </c:pt>
                <c:pt idx="26">
                  <c:v>M1.27</c:v>
                </c:pt>
                <c:pt idx="27">
                  <c:v>M1.28</c:v>
                </c:pt>
                <c:pt idx="28">
                  <c:v>M1.29</c:v>
                </c:pt>
                <c:pt idx="29">
                  <c:v>M1.30</c:v>
                </c:pt>
                <c:pt idx="30">
                  <c:v>M1.31</c:v>
                </c:pt>
                <c:pt idx="31">
                  <c:v>M1.32</c:v>
                </c:pt>
                <c:pt idx="32">
                  <c:v>M1.33</c:v>
                </c:pt>
                <c:pt idx="33">
                  <c:v>M1.34</c:v>
                </c:pt>
                <c:pt idx="34">
                  <c:v>M1.35</c:v>
                </c:pt>
                <c:pt idx="35">
                  <c:v>M1.36</c:v>
                </c:pt>
                <c:pt idx="36">
                  <c:v>M1.37</c:v>
                </c:pt>
                <c:pt idx="37">
                  <c:v>M1.38</c:v>
                </c:pt>
                <c:pt idx="38">
                  <c:v>M1.39</c:v>
                </c:pt>
                <c:pt idx="39">
                  <c:v>M1.40</c:v>
                </c:pt>
                <c:pt idx="40">
                  <c:v>M1.41</c:v>
                </c:pt>
                <c:pt idx="41">
                  <c:v>M1.42</c:v>
                </c:pt>
                <c:pt idx="42">
                  <c:v>M1.43</c:v>
                </c:pt>
                <c:pt idx="43">
                  <c:v>M1.44</c:v>
                </c:pt>
                <c:pt idx="44">
                  <c:v>M1.45</c:v>
                </c:pt>
                <c:pt idx="45">
                  <c:v>M1.46</c:v>
                </c:pt>
                <c:pt idx="46">
                  <c:v>M1.47</c:v>
                </c:pt>
                <c:pt idx="47">
                  <c:v>M1.48</c:v>
                </c:pt>
                <c:pt idx="48">
                  <c:v>M1.49</c:v>
                </c:pt>
                <c:pt idx="49">
                  <c:v>M1.50</c:v>
                </c:pt>
                <c:pt idx="50">
                  <c:v>M1.51</c:v>
                </c:pt>
                <c:pt idx="51">
                  <c:v>M1.52</c:v>
                </c:pt>
                <c:pt idx="52">
                  <c:v>M1.53</c:v>
                </c:pt>
                <c:pt idx="53">
                  <c:v>M1.54</c:v>
                </c:pt>
                <c:pt idx="54">
                  <c:v>M1.55</c:v>
                </c:pt>
                <c:pt idx="55">
                  <c:v>M1.56</c:v>
                </c:pt>
                <c:pt idx="56">
                  <c:v>M1.57</c:v>
                </c:pt>
                <c:pt idx="57">
                  <c:v>M1.58</c:v>
                </c:pt>
                <c:pt idx="58">
                  <c:v>M1.59</c:v>
                </c:pt>
                <c:pt idx="59">
                  <c:v>M1.60</c:v>
                </c:pt>
                <c:pt idx="60">
                  <c:v>M1.61</c:v>
                </c:pt>
                <c:pt idx="61">
                  <c:v>M1.62</c:v>
                </c:pt>
                <c:pt idx="62">
                  <c:v>M1.63</c:v>
                </c:pt>
                <c:pt idx="63">
                  <c:v>M1.64</c:v>
                </c:pt>
                <c:pt idx="64">
                  <c:v>M1.65</c:v>
                </c:pt>
                <c:pt idx="65">
                  <c:v>M1.66</c:v>
                </c:pt>
                <c:pt idx="66">
                  <c:v>M1.67</c:v>
                </c:pt>
              </c:strCache>
            </c:strRef>
          </c:cat>
          <c:val>
            <c:numRef>
              <c:f>Sheet1!$BU$12:$EI$12</c:f>
              <c:numCache>
                <c:formatCode>General</c:formatCode>
                <c:ptCount val="67"/>
                <c:pt idx="0">
                  <c:v>3228.053478826344</c:v>
                </c:pt>
                <c:pt idx="1">
                  <c:v>3227.471422242265</c:v>
                </c:pt>
                <c:pt idx="2">
                  <c:v>13.86695917440536</c:v>
                </c:pt>
                <c:pt idx="3">
                  <c:v>2.840220553793868</c:v>
                </c:pt>
                <c:pt idx="4">
                  <c:v>0.037725889708837</c:v>
                </c:pt>
                <c:pt idx="5">
                  <c:v>0.0538941281554814</c:v>
                </c:pt>
                <c:pt idx="6">
                  <c:v>0.495825979030429</c:v>
                </c:pt>
                <c:pt idx="7">
                  <c:v>1.816232118839723</c:v>
                </c:pt>
                <c:pt idx="8">
                  <c:v>4.969038615935384</c:v>
                </c:pt>
                <c:pt idx="9">
                  <c:v>3.605517173601705</c:v>
                </c:pt>
                <c:pt idx="10">
                  <c:v>13.80767563343433</c:v>
                </c:pt>
                <c:pt idx="11">
                  <c:v>1.142555516896205</c:v>
                </c:pt>
                <c:pt idx="12">
                  <c:v>0.00538941281554814</c:v>
                </c:pt>
                <c:pt idx="13">
                  <c:v>19.35877083344891</c:v>
                </c:pt>
                <c:pt idx="14">
                  <c:v>1.228786121944976</c:v>
                </c:pt>
                <c:pt idx="15">
                  <c:v>0.63595071223468</c:v>
                </c:pt>
                <c:pt idx="16">
                  <c:v>0.00538941281554814</c:v>
                </c:pt>
                <c:pt idx="17">
                  <c:v>0.0862306050487702</c:v>
                </c:pt>
                <c:pt idx="18">
                  <c:v>0.975483719614213</c:v>
                </c:pt>
                <c:pt idx="19">
                  <c:v>4.101343152632137</c:v>
                </c:pt>
                <c:pt idx="20">
                  <c:v>2.20426984155919</c:v>
                </c:pt>
                <c:pt idx="21">
                  <c:v>1.007820196507502</c:v>
                </c:pt>
                <c:pt idx="22">
                  <c:v>26.55902635502122</c:v>
                </c:pt>
                <c:pt idx="23">
                  <c:v>2.958787635735928</c:v>
                </c:pt>
                <c:pt idx="24">
                  <c:v>23.6002387192853</c:v>
                </c:pt>
                <c:pt idx="25">
                  <c:v>0.0161682384466444</c:v>
                </c:pt>
                <c:pt idx="26">
                  <c:v>0.46348950213714</c:v>
                </c:pt>
                <c:pt idx="27">
                  <c:v>8.208075718079812</c:v>
                </c:pt>
                <c:pt idx="28">
                  <c:v>0.0754517794176739</c:v>
                </c:pt>
                <c:pt idx="29">
                  <c:v>44.7590734331273</c:v>
                </c:pt>
                <c:pt idx="30">
                  <c:v>2.845609966609417</c:v>
                </c:pt>
                <c:pt idx="31">
                  <c:v>-0.00538941281554814</c:v>
                </c:pt>
                <c:pt idx="32">
                  <c:v>60.63628358773209</c:v>
                </c:pt>
                <c:pt idx="33">
                  <c:v>0.037725889708837</c:v>
                </c:pt>
                <c:pt idx="34">
                  <c:v>7.318822603514372</c:v>
                </c:pt>
                <c:pt idx="35">
                  <c:v>18.56113773674778</c:v>
                </c:pt>
                <c:pt idx="36">
                  <c:v>0.0215576512621926</c:v>
                </c:pt>
                <c:pt idx="37">
                  <c:v>0.0</c:v>
                </c:pt>
                <c:pt idx="38">
                  <c:v>0.0</c:v>
                </c:pt>
                <c:pt idx="39">
                  <c:v>0.237134163884118</c:v>
                </c:pt>
                <c:pt idx="40">
                  <c:v>1.988693328937264</c:v>
                </c:pt>
                <c:pt idx="41">
                  <c:v>0.334143594563985</c:v>
                </c:pt>
                <c:pt idx="42">
                  <c:v>8.903309971285527</c:v>
                </c:pt>
                <c:pt idx="43">
                  <c:v>0.220965925437474</c:v>
                </c:pt>
                <c:pt idx="44">
                  <c:v>0.00538941281554814</c:v>
                </c:pt>
                <c:pt idx="45">
                  <c:v>5.03910098253751</c:v>
                </c:pt>
                <c:pt idx="46">
                  <c:v>0.52277304310817</c:v>
                </c:pt>
                <c:pt idx="47">
                  <c:v>0.23174475106857</c:v>
                </c:pt>
                <c:pt idx="48">
                  <c:v>0.0</c:v>
                </c:pt>
                <c:pt idx="49">
                  <c:v>0.00538941281554814</c:v>
                </c:pt>
                <c:pt idx="50">
                  <c:v>0.264081227961859</c:v>
                </c:pt>
                <c:pt idx="51">
                  <c:v>0.31797535611734</c:v>
                </c:pt>
                <c:pt idx="52">
                  <c:v>6.887669578270522</c:v>
                </c:pt>
                <c:pt idx="53">
                  <c:v>0.0592835409710295</c:v>
                </c:pt>
                <c:pt idx="54">
                  <c:v>5.41635987962588</c:v>
                </c:pt>
                <c:pt idx="55">
                  <c:v>0.441931850874947</c:v>
                </c:pt>
                <c:pt idx="56">
                  <c:v>4.974428028750932</c:v>
                </c:pt>
                <c:pt idx="57">
                  <c:v>0.0</c:v>
                </c:pt>
                <c:pt idx="58">
                  <c:v>0.220965925437474</c:v>
                </c:pt>
                <c:pt idx="59">
                  <c:v>1.730001513790952</c:v>
                </c:pt>
                <c:pt idx="60">
                  <c:v>0.0161682384466444</c:v>
                </c:pt>
                <c:pt idx="61">
                  <c:v>7.518230877689653</c:v>
                </c:pt>
                <c:pt idx="62">
                  <c:v>0.382648309903918</c:v>
                </c:pt>
                <c:pt idx="63">
                  <c:v>-0.00538941281554814</c:v>
                </c:pt>
                <c:pt idx="64">
                  <c:v>18.74976718529198</c:v>
                </c:pt>
                <c:pt idx="65">
                  <c:v>0.0</c:v>
                </c:pt>
                <c:pt idx="66">
                  <c:v>2.247385144083574</c:v>
                </c:pt>
              </c:numCache>
            </c:numRef>
          </c:val>
        </c:ser>
        <c:ser>
          <c:idx val="11"/>
          <c:order val="11"/>
          <c:tx>
            <c:strRef>
              <c:f>Sheet1!$BT$13</c:f>
              <c:strCache>
                <c:ptCount val="1"/>
                <c:pt idx="0">
                  <c:v>Boston</c:v>
                </c:pt>
              </c:strCache>
            </c:strRef>
          </c:tx>
          <c:invertIfNegative val="0"/>
          <c:cat>
            <c:strRef>
              <c:f>Sheet1!$BU$1:$EI$1</c:f>
              <c:strCache>
                <c:ptCount val="67"/>
                <c:pt idx="0">
                  <c:v>M1.1</c:v>
                </c:pt>
                <c:pt idx="1">
                  <c:v>M1.2</c:v>
                </c:pt>
                <c:pt idx="2">
                  <c:v>M1.3</c:v>
                </c:pt>
                <c:pt idx="3">
                  <c:v>M1.4</c:v>
                </c:pt>
                <c:pt idx="4">
                  <c:v>M1.5</c:v>
                </c:pt>
                <c:pt idx="5">
                  <c:v>M1.6</c:v>
                </c:pt>
                <c:pt idx="6">
                  <c:v>M1.7</c:v>
                </c:pt>
                <c:pt idx="7">
                  <c:v>M1.8</c:v>
                </c:pt>
                <c:pt idx="8">
                  <c:v>M1.9</c:v>
                </c:pt>
                <c:pt idx="9">
                  <c:v>M1.10</c:v>
                </c:pt>
                <c:pt idx="10">
                  <c:v>M1.11</c:v>
                </c:pt>
                <c:pt idx="11">
                  <c:v>M1.12</c:v>
                </c:pt>
                <c:pt idx="12">
                  <c:v>M1.13</c:v>
                </c:pt>
                <c:pt idx="13">
                  <c:v>M1.14</c:v>
                </c:pt>
                <c:pt idx="14">
                  <c:v>M1.15</c:v>
                </c:pt>
                <c:pt idx="15">
                  <c:v>M1.16</c:v>
                </c:pt>
                <c:pt idx="16">
                  <c:v>M1.17</c:v>
                </c:pt>
                <c:pt idx="17">
                  <c:v>M1.18</c:v>
                </c:pt>
                <c:pt idx="18">
                  <c:v>M1.19</c:v>
                </c:pt>
                <c:pt idx="19">
                  <c:v>M1.20</c:v>
                </c:pt>
                <c:pt idx="20">
                  <c:v>M1.21</c:v>
                </c:pt>
                <c:pt idx="21">
                  <c:v>M1.22</c:v>
                </c:pt>
                <c:pt idx="22">
                  <c:v>M1.23</c:v>
                </c:pt>
                <c:pt idx="23">
                  <c:v>M1.24</c:v>
                </c:pt>
                <c:pt idx="24">
                  <c:v>M1.25</c:v>
                </c:pt>
                <c:pt idx="25">
                  <c:v>M1.26</c:v>
                </c:pt>
                <c:pt idx="26">
                  <c:v>M1.27</c:v>
                </c:pt>
                <c:pt idx="27">
                  <c:v>M1.28</c:v>
                </c:pt>
                <c:pt idx="28">
                  <c:v>M1.29</c:v>
                </c:pt>
                <c:pt idx="29">
                  <c:v>M1.30</c:v>
                </c:pt>
                <c:pt idx="30">
                  <c:v>M1.31</c:v>
                </c:pt>
                <c:pt idx="31">
                  <c:v>M1.32</c:v>
                </c:pt>
                <c:pt idx="32">
                  <c:v>M1.33</c:v>
                </c:pt>
                <c:pt idx="33">
                  <c:v>M1.34</c:v>
                </c:pt>
                <c:pt idx="34">
                  <c:v>M1.35</c:v>
                </c:pt>
                <c:pt idx="35">
                  <c:v>M1.36</c:v>
                </c:pt>
                <c:pt idx="36">
                  <c:v>M1.37</c:v>
                </c:pt>
                <c:pt idx="37">
                  <c:v>M1.38</c:v>
                </c:pt>
                <c:pt idx="38">
                  <c:v>M1.39</c:v>
                </c:pt>
                <c:pt idx="39">
                  <c:v>M1.40</c:v>
                </c:pt>
                <c:pt idx="40">
                  <c:v>M1.41</c:v>
                </c:pt>
                <c:pt idx="41">
                  <c:v>M1.42</c:v>
                </c:pt>
                <c:pt idx="42">
                  <c:v>M1.43</c:v>
                </c:pt>
                <c:pt idx="43">
                  <c:v>M1.44</c:v>
                </c:pt>
                <c:pt idx="44">
                  <c:v>M1.45</c:v>
                </c:pt>
                <c:pt idx="45">
                  <c:v>M1.46</c:v>
                </c:pt>
                <c:pt idx="46">
                  <c:v>M1.47</c:v>
                </c:pt>
                <c:pt idx="47">
                  <c:v>M1.48</c:v>
                </c:pt>
                <c:pt idx="48">
                  <c:v>M1.49</c:v>
                </c:pt>
                <c:pt idx="49">
                  <c:v>M1.50</c:v>
                </c:pt>
                <c:pt idx="50">
                  <c:v>M1.51</c:v>
                </c:pt>
                <c:pt idx="51">
                  <c:v>M1.52</c:v>
                </c:pt>
                <c:pt idx="52">
                  <c:v>M1.53</c:v>
                </c:pt>
                <c:pt idx="53">
                  <c:v>M1.54</c:v>
                </c:pt>
                <c:pt idx="54">
                  <c:v>M1.55</c:v>
                </c:pt>
                <c:pt idx="55">
                  <c:v>M1.56</c:v>
                </c:pt>
                <c:pt idx="56">
                  <c:v>M1.57</c:v>
                </c:pt>
                <c:pt idx="57">
                  <c:v>M1.58</c:v>
                </c:pt>
                <c:pt idx="58">
                  <c:v>M1.59</c:v>
                </c:pt>
                <c:pt idx="59">
                  <c:v>M1.60</c:v>
                </c:pt>
                <c:pt idx="60">
                  <c:v>M1.61</c:v>
                </c:pt>
                <c:pt idx="61">
                  <c:v>M1.62</c:v>
                </c:pt>
                <c:pt idx="62">
                  <c:v>M1.63</c:v>
                </c:pt>
                <c:pt idx="63">
                  <c:v>M1.64</c:v>
                </c:pt>
                <c:pt idx="64">
                  <c:v>M1.65</c:v>
                </c:pt>
                <c:pt idx="65">
                  <c:v>M1.66</c:v>
                </c:pt>
                <c:pt idx="66">
                  <c:v>M1.67</c:v>
                </c:pt>
              </c:strCache>
            </c:strRef>
          </c:cat>
          <c:val>
            <c:numRef>
              <c:f>Sheet1!$BU$13:$EI$13</c:f>
              <c:numCache>
                <c:formatCode>General</c:formatCode>
                <c:ptCount val="67"/>
                <c:pt idx="0">
                  <c:v>3137.32235836997</c:v>
                </c:pt>
                <c:pt idx="1">
                  <c:v>3409.678545817354</c:v>
                </c:pt>
                <c:pt idx="2">
                  <c:v>19.0814703956599</c:v>
                </c:pt>
                <c:pt idx="3">
                  <c:v>3.106039347737973</c:v>
                </c:pt>
                <c:pt idx="4">
                  <c:v>0.286222055934898</c:v>
                </c:pt>
                <c:pt idx="5">
                  <c:v>0.0424032675459109</c:v>
                </c:pt>
                <c:pt idx="6">
                  <c:v>0.530040844323886</c:v>
                </c:pt>
                <c:pt idx="7">
                  <c:v>5.597231316060236</c:v>
                </c:pt>
                <c:pt idx="8">
                  <c:v>20.34296760515075</c:v>
                </c:pt>
                <c:pt idx="9">
                  <c:v>4.823371683347366</c:v>
                </c:pt>
                <c:pt idx="10">
                  <c:v>12.93299660150282</c:v>
                </c:pt>
                <c:pt idx="11">
                  <c:v>0.710254731394007</c:v>
                </c:pt>
                <c:pt idx="12">
                  <c:v>0.0212016337729554</c:v>
                </c:pt>
                <c:pt idx="13">
                  <c:v>15.97543104792193</c:v>
                </c:pt>
                <c:pt idx="14">
                  <c:v>0.243818788388988</c:v>
                </c:pt>
                <c:pt idx="15">
                  <c:v>0.848065350918218</c:v>
                </c:pt>
                <c:pt idx="16">
                  <c:v>0.0106008168864777</c:v>
                </c:pt>
                <c:pt idx="17">
                  <c:v>2.660805038505908</c:v>
                </c:pt>
                <c:pt idx="18">
                  <c:v>3.116640164624448</c:v>
                </c:pt>
                <c:pt idx="19">
                  <c:v>3.487668755651171</c:v>
                </c:pt>
                <c:pt idx="20">
                  <c:v>0.911670252237084</c:v>
                </c:pt>
                <c:pt idx="21">
                  <c:v>1.388707012128582</c:v>
                </c:pt>
                <c:pt idx="22">
                  <c:v>25.89779565366508</c:v>
                </c:pt>
                <c:pt idx="23">
                  <c:v>17.22632744052628</c:v>
                </c:pt>
                <c:pt idx="24">
                  <c:v>8.671468213138777</c:v>
                </c:pt>
                <c:pt idx="25">
                  <c:v>0.0424032675459109</c:v>
                </c:pt>
                <c:pt idx="26">
                  <c:v>0.0106008168864777</c:v>
                </c:pt>
                <c:pt idx="27">
                  <c:v>1.982352757771334</c:v>
                </c:pt>
                <c:pt idx="28">
                  <c:v>0.0848065350918218</c:v>
                </c:pt>
                <c:pt idx="29">
                  <c:v>-0.0106008168864777</c:v>
                </c:pt>
                <c:pt idx="30">
                  <c:v>6.159074611043557</c:v>
                </c:pt>
                <c:pt idx="31">
                  <c:v>-0.0106008168864777</c:v>
                </c:pt>
                <c:pt idx="32">
                  <c:v>7.590184890718047</c:v>
                </c:pt>
                <c:pt idx="33">
                  <c:v>-0.0106008168864777</c:v>
                </c:pt>
                <c:pt idx="34">
                  <c:v>26.75646182146977</c:v>
                </c:pt>
                <c:pt idx="35">
                  <c:v>18.48782465001715</c:v>
                </c:pt>
                <c:pt idx="36">
                  <c:v>0.0212016337729554</c:v>
                </c:pt>
                <c:pt idx="37">
                  <c:v>0.0</c:v>
                </c:pt>
                <c:pt idx="38">
                  <c:v>0.0</c:v>
                </c:pt>
                <c:pt idx="39">
                  <c:v>0.540641661210364</c:v>
                </c:pt>
                <c:pt idx="40">
                  <c:v>5.883453371995136</c:v>
                </c:pt>
                <c:pt idx="41">
                  <c:v>0.561843294983319</c:v>
                </c:pt>
                <c:pt idx="42">
                  <c:v>5.576029682287281</c:v>
                </c:pt>
                <c:pt idx="43">
                  <c:v>0.13781061952421</c:v>
                </c:pt>
                <c:pt idx="44">
                  <c:v>0.0</c:v>
                </c:pt>
                <c:pt idx="45">
                  <c:v>3.572475290742993</c:v>
                </c:pt>
                <c:pt idx="46">
                  <c:v>0.201415520843077</c:v>
                </c:pt>
                <c:pt idx="47">
                  <c:v>0.413431858572631</c:v>
                </c:pt>
                <c:pt idx="48">
                  <c:v>0.0212016337729554</c:v>
                </c:pt>
                <c:pt idx="49">
                  <c:v>0.413431858572631</c:v>
                </c:pt>
                <c:pt idx="50">
                  <c:v>0.498238393664453</c:v>
                </c:pt>
                <c:pt idx="51">
                  <c:v>0.13781061952421</c:v>
                </c:pt>
                <c:pt idx="52">
                  <c:v>1.717332335609391</c:v>
                </c:pt>
                <c:pt idx="53">
                  <c:v>0.127209802637733</c:v>
                </c:pt>
                <c:pt idx="54">
                  <c:v>4.325133289682909</c:v>
                </c:pt>
                <c:pt idx="55">
                  <c:v>2.416986250116921</c:v>
                </c:pt>
                <c:pt idx="56">
                  <c:v>1.90814703956599</c:v>
                </c:pt>
                <c:pt idx="57">
                  <c:v>0.0</c:v>
                </c:pt>
                <c:pt idx="58">
                  <c:v>0.0</c:v>
                </c:pt>
                <c:pt idx="59">
                  <c:v>0.583044928756275</c:v>
                </c:pt>
                <c:pt idx="60">
                  <c:v>0.0106008168864777</c:v>
                </c:pt>
                <c:pt idx="61">
                  <c:v>-0.0106008168864777</c:v>
                </c:pt>
                <c:pt idx="62">
                  <c:v>1.250896392604371</c:v>
                </c:pt>
                <c:pt idx="63">
                  <c:v>-0.0106008168864777</c:v>
                </c:pt>
                <c:pt idx="64">
                  <c:v>0.996476787328906</c:v>
                </c:pt>
                <c:pt idx="65">
                  <c:v>-0.0106008168864777</c:v>
                </c:pt>
                <c:pt idx="66">
                  <c:v>6.445296666978455</c:v>
                </c:pt>
              </c:numCache>
            </c:numRef>
          </c:val>
        </c:ser>
        <c:ser>
          <c:idx val="12"/>
          <c:order val="12"/>
          <c:tx>
            <c:strRef>
              <c:f>Sheet1!$BT$14</c:f>
              <c:strCache>
                <c:ptCount val="1"/>
                <c:pt idx="0">
                  <c:v>Houston</c:v>
                </c:pt>
              </c:strCache>
            </c:strRef>
          </c:tx>
          <c:invertIfNegative val="0"/>
          <c:cat>
            <c:strRef>
              <c:f>Sheet1!$BU$1:$EI$1</c:f>
              <c:strCache>
                <c:ptCount val="67"/>
                <c:pt idx="0">
                  <c:v>M1.1</c:v>
                </c:pt>
                <c:pt idx="1">
                  <c:v>M1.2</c:v>
                </c:pt>
                <c:pt idx="2">
                  <c:v>M1.3</c:v>
                </c:pt>
                <c:pt idx="3">
                  <c:v>M1.4</c:v>
                </c:pt>
                <c:pt idx="4">
                  <c:v>M1.5</c:v>
                </c:pt>
                <c:pt idx="5">
                  <c:v>M1.6</c:v>
                </c:pt>
                <c:pt idx="6">
                  <c:v>M1.7</c:v>
                </c:pt>
                <c:pt idx="7">
                  <c:v>M1.8</c:v>
                </c:pt>
                <c:pt idx="8">
                  <c:v>M1.9</c:v>
                </c:pt>
                <c:pt idx="9">
                  <c:v>M1.10</c:v>
                </c:pt>
                <c:pt idx="10">
                  <c:v>M1.11</c:v>
                </c:pt>
                <c:pt idx="11">
                  <c:v>M1.12</c:v>
                </c:pt>
                <c:pt idx="12">
                  <c:v>M1.13</c:v>
                </c:pt>
                <c:pt idx="13">
                  <c:v>M1.14</c:v>
                </c:pt>
                <c:pt idx="14">
                  <c:v>M1.15</c:v>
                </c:pt>
                <c:pt idx="15">
                  <c:v>M1.16</c:v>
                </c:pt>
                <c:pt idx="16">
                  <c:v>M1.17</c:v>
                </c:pt>
                <c:pt idx="17">
                  <c:v>M1.18</c:v>
                </c:pt>
                <c:pt idx="18">
                  <c:v>M1.19</c:v>
                </c:pt>
                <c:pt idx="19">
                  <c:v>M1.20</c:v>
                </c:pt>
                <c:pt idx="20">
                  <c:v>M1.21</c:v>
                </c:pt>
                <c:pt idx="21">
                  <c:v>M1.22</c:v>
                </c:pt>
                <c:pt idx="22">
                  <c:v>M1.23</c:v>
                </c:pt>
                <c:pt idx="23">
                  <c:v>M1.24</c:v>
                </c:pt>
                <c:pt idx="24">
                  <c:v>M1.25</c:v>
                </c:pt>
                <c:pt idx="25">
                  <c:v>M1.26</c:v>
                </c:pt>
                <c:pt idx="26">
                  <c:v>M1.27</c:v>
                </c:pt>
                <c:pt idx="27">
                  <c:v>M1.28</c:v>
                </c:pt>
                <c:pt idx="28">
                  <c:v>M1.29</c:v>
                </c:pt>
                <c:pt idx="29">
                  <c:v>M1.30</c:v>
                </c:pt>
                <c:pt idx="30">
                  <c:v>M1.31</c:v>
                </c:pt>
                <c:pt idx="31">
                  <c:v>M1.32</c:v>
                </c:pt>
                <c:pt idx="32">
                  <c:v>M1.33</c:v>
                </c:pt>
                <c:pt idx="33">
                  <c:v>M1.34</c:v>
                </c:pt>
                <c:pt idx="34">
                  <c:v>M1.35</c:v>
                </c:pt>
                <c:pt idx="35">
                  <c:v>M1.36</c:v>
                </c:pt>
                <c:pt idx="36">
                  <c:v>M1.37</c:v>
                </c:pt>
                <c:pt idx="37">
                  <c:v>M1.38</c:v>
                </c:pt>
                <c:pt idx="38">
                  <c:v>M1.39</c:v>
                </c:pt>
                <c:pt idx="39">
                  <c:v>M1.40</c:v>
                </c:pt>
                <c:pt idx="40">
                  <c:v>M1.41</c:v>
                </c:pt>
                <c:pt idx="41">
                  <c:v>M1.42</c:v>
                </c:pt>
                <c:pt idx="42">
                  <c:v>M1.43</c:v>
                </c:pt>
                <c:pt idx="43">
                  <c:v>M1.44</c:v>
                </c:pt>
                <c:pt idx="44">
                  <c:v>M1.45</c:v>
                </c:pt>
                <c:pt idx="45">
                  <c:v>M1.46</c:v>
                </c:pt>
                <c:pt idx="46">
                  <c:v>M1.47</c:v>
                </c:pt>
                <c:pt idx="47">
                  <c:v>M1.48</c:v>
                </c:pt>
                <c:pt idx="48">
                  <c:v>M1.49</c:v>
                </c:pt>
                <c:pt idx="49">
                  <c:v>M1.50</c:v>
                </c:pt>
                <c:pt idx="50">
                  <c:v>M1.51</c:v>
                </c:pt>
                <c:pt idx="51">
                  <c:v>M1.52</c:v>
                </c:pt>
                <c:pt idx="52">
                  <c:v>M1.53</c:v>
                </c:pt>
                <c:pt idx="53">
                  <c:v>M1.54</c:v>
                </c:pt>
                <c:pt idx="54">
                  <c:v>M1.55</c:v>
                </c:pt>
                <c:pt idx="55">
                  <c:v>M1.56</c:v>
                </c:pt>
                <c:pt idx="56">
                  <c:v>M1.57</c:v>
                </c:pt>
                <c:pt idx="57">
                  <c:v>M1.58</c:v>
                </c:pt>
                <c:pt idx="58">
                  <c:v>M1.59</c:v>
                </c:pt>
                <c:pt idx="59">
                  <c:v>M1.60</c:v>
                </c:pt>
                <c:pt idx="60">
                  <c:v>M1.61</c:v>
                </c:pt>
                <c:pt idx="61">
                  <c:v>M1.62</c:v>
                </c:pt>
                <c:pt idx="62">
                  <c:v>M1.63</c:v>
                </c:pt>
                <c:pt idx="63">
                  <c:v>M1.64</c:v>
                </c:pt>
                <c:pt idx="64">
                  <c:v>M1.65</c:v>
                </c:pt>
                <c:pt idx="65">
                  <c:v>M1.66</c:v>
                </c:pt>
                <c:pt idx="66">
                  <c:v>M1.67</c:v>
                </c:pt>
              </c:strCache>
            </c:strRef>
          </c:cat>
          <c:val>
            <c:numRef>
              <c:f>Sheet1!$BU$14:$EI$14</c:f>
              <c:numCache>
                <c:formatCode>General</c:formatCode>
                <c:ptCount val="67"/>
                <c:pt idx="0">
                  <c:v>3210.771719239714</c:v>
                </c:pt>
                <c:pt idx="1">
                  <c:v>3187.661240769034</c:v>
                </c:pt>
                <c:pt idx="2">
                  <c:v>13.37926948256397</c:v>
                </c:pt>
                <c:pt idx="3">
                  <c:v>1.999271248419581</c:v>
                </c:pt>
                <c:pt idx="4">
                  <c:v>0.249908906052448</c:v>
                </c:pt>
                <c:pt idx="5">
                  <c:v>0.0274290262740491</c:v>
                </c:pt>
                <c:pt idx="6">
                  <c:v>0.508960820862912</c:v>
                </c:pt>
                <c:pt idx="7">
                  <c:v>2.919667463393228</c:v>
                </c:pt>
                <c:pt idx="8">
                  <c:v>4.032066862285221</c:v>
                </c:pt>
                <c:pt idx="9">
                  <c:v>3.614536129002475</c:v>
                </c:pt>
                <c:pt idx="10">
                  <c:v>17.93553551364213</c:v>
                </c:pt>
                <c:pt idx="11">
                  <c:v>0.0457150437900819</c:v>
                </c:pt>
                <c:pt idx="12">
                  <c:v>0.0579057221341037</c:v>
                </c:pt>
                <c:pt idx="13">
                  <c:v>21.84569559248713</c:v>
                </c:pt>
                <c:pt idx="14">
                  <c:v>1.280021226122293</c:v>
                </c:pt>
                <c:pt idx="15">
                  <c:v>4.39473954301987</c:v>
                </c:pt>
                <c:pt idx="16">
                  <c:v>0.00609533917201092</c:v>
                </c:pt>
                <c:pt idx="17">
                  <c:v>-0.00304766958600546</c:v>
                </c:pt>
                <c:pt idx="18">
                  <c:v>2.77947466243698</c:v>
                </c:pt>
                <c:pt idx="19">
                  <c:v>4.339881490471776</c:v>
                </c:pt>
                <c:pt idx="20">
                  <c:v>1.785934377399199</c:v>
                </c:pt>
                <c:pt idx="21">
                  <c:v>1.347069957014413</c:v>
                </c:pt>
                <c:pt idx="22">
                  <c:v>37.25166534974473</c:v>
                </c:pt>
                <c:pt idx="23">
                  <c:v>-0.00304766958600546</c:v>
                </c:pt>
                <c:pt idx="24">
                  <c:v>37.25166534974473</c:v>
                </c:pt>
                <c:pt idx="25">
                  <c:v>0.222479879778399</c:v>
                </c:pt>
                <c:pt idx="26">
                  <c:v>0.237718227708426</c:v>
                </c:pt>
                <c:pt idx="27">
                  <c:v>16.34465198974728</c:v>
                </c:pt>
                <c:pt idx="28">
                  <c:v>6.141054215801001</c:v>
                </c:pt>
                <c:pt idx="29">
                  <c:v>32.85997347631085</c:v>
                </c:pt>
                <c:pt idx="30">
                  <c:v>9.993308572511901</c:v>
                </c:pt>
                <c:pt idx="31">
                  <c:v>0.725345361469299</c:v>
                </c:pt>
                <c:pt idx="32">
                  <c:v>57.57352614922914</c:v>
                </c:pt>
                <c:pt idx="33">
                  <c:v>1.670122933130992</c:v>
                </c:pt>
                <c:pt idx="34">
                  <c:v>7.710604052593813</c:v>
                </c:pt>
                <c:pt idx="35">
                  <c:v>21.65369240856879</c:v>
                </c:pt>
                <c:pt idx="36">
                  <c:v>0.0335243654460601</c:v>
                </c:pt>
                <c:pt idx="37">
                  <c:v>0.0182860175160328</c:v>
                </c:pt>
                <c:pt idx="38">
                  <c:v>0.0</c:v>
                </c:pt>
                <c:pt idx="39">
                  <c:v>0.304766958600546</c:v>
                </c:pt>
                <c:pt idx="40">
                  <c:v>1.325736269912375</c:v>
                </c:pt>
                <c:pt idx="41">
                  <c:v>0.32914831528859</c:v>
                </c:pt>
                <c:pt idx="42">
                  <c:v>11.70914654943297</c:v>
                </c:pt>
                <c:pt idx="43">
                  <c:v>0.0</c:v>
                </c:pt>
                <c:pt idx="44">
                  <c:v>0.0182860175160328</c:v>
                </c:pt>
                <c:pt idx="45">
                  <c:v>5.339517114681566</c:v>
                </c:pt>
                <c:pt idx="46">
                  <c:v>0.682677987265223</c:v>
                </c:pt>
                <c:pt idx="47">
                  <c:v>0.944777571661692</c:v>
                </c:pt>
                <c:pt idx="48">
                  <c:v>0.0335243654460601</c:v>
                </c:pt>
                <c:pt idx="49">
                  <c:v>-0.00304766958600546</c:v>
                </c:pt>
                <c:pt idx="50">
                  <c:v>1.002683293795796</c:v>
                </c:pt>
                <c:pt idx="51">
                  <c:v>0.1676218272303</c:v>
                </c:pt>
                <c:pt idx="52">
                  <c:v>6.683539402109972</c:v>
                </c:pt>
                <c:pt idx="53">
                  <c:v>0.115811444268207</c:v>
                </c:pt>
                <c:pt idx="54">
                  <c:v>6.945638986506442</c:v>
                </c:pt>
                <c:pt idx="55">
                  <c:v>-0.00304766958600546</c:v>
                </c:pt>
                <c:pt idx="56">
                  <c:v>6.945638986506442</c:v>
                </c:pt>
                <c:pt idx="57">
                  <c:v>0.00609533917201092</c:v>
                </c:pt>
                <c:pt idx="58">
                  <c:v>0.00914300875801638</c:v>
                </c:pt>
                <c:pt idx="59">
                  <c:v>3.620631468174486</c:v>
                </c:pt>
                <c:pt idx="60">
                  <c:v>1.024016980897835</c:v>
                </c:pt>
                <c:pt idx="61">
                  <c:v>5.558949324873958</c:v>
                </c:pt>
                <c:pt idx="62">
                  <c:v>3.5170107022503</c:v>
                </c:pt>
                <c:pt idx="63">
                  <c:v>0.0579057221341037</c:v>
                </c:pt>
                <c:pt idx="64">
                  <c:v>18.58164146587529</c:v>
                </c:pt>
                <c:pt idx="65">
                  <c:v>0.69791633519525</c:v>
                </c:pt>
                <c:pt idx="66">
                  <c:v>1.664027593958981</c:v>
                </c:pt>
              </c:numCache>
            </c:numRef>
          </c:val>
        </c:ser>
        <c:ser>
          <c:idx val="13"/>
          <c:order val="13"/>
          <c:tx>
            <c:strRef>
              <c:f>Sheet1!$BT$15</c:f>
              <c:strCache>
                <c:ptCount val="1"/>
                <c:pt idx="0">
                  <c:v>Las Vegas Metro</c:v>
                </c:pt>
              </c:strCache>
            </c:strRef>
          </c:tx>
          <c:invertIfNegative val="0"/>
          <c:cat>
            <c:strRef>
              <c:f>Sheet1!$BU$1:$EI$1</c:f>
              <c:strCache>
                <c:ptCount val="67"/>
                <c:pt idx="0">
                  <c:v>M1.1</c:v>
                </c:pt>
                <c:pt idx="1">
                  <c:v>M1.2</c:v>
                </c:pt>
                <c:pt idx="2">
                  <c:v>M1.3</c:v>
                </c:pt>
                <c:pt idx="3">
                  <c:v>M1.4</c:v>
                </c:pt>
                <c:pt idx="4">
                  <c:v>M1.5</c:v>
                </c:pt>
                <c:pt idx="5">
                  <c:v>M1.6</c:v>
                </c:pt>
                <c:pt idx="6">
                  <c:v>M1.7</c:v>
                </c:pt>
                <c:pt idx="7">
                  <c:v>M1.8</c:v>
                </c:pt>
                <c:pt idx="8">
                  <c:v>M1.9</c:v>
                </c:pt>
                <c:pt idx="9">
                  <c:v>M1.10</c:v>
                </c:pt>
                <c:pt idx="10">
                  <c:v>M1.11</c:v>
                </c:pt>
                <c:pt idx="11">
                  <c:v>M1.12</c:v>
                </c:pt>
                <c:pt idx="12">
                  <c:v>M1.13</c:v>
                </c:pt>
                <c:pt idx="13">
                  <c:v>M1.14</c:v>
                </c:pt>
                <c:pt idx="14">
                  <c:v>M1.15</c:v>
                </c:pt>
                <c:pt idx="15">
                  <c:v>M1.16</c:v>
                </c:pt>
                <c:pt idx="16">
                  <c:v>M1.17</c:v>
                </c:pt>
                <c:pt idx="17">
                  <c:v>M1.18</c:v>
                </c:pt>
                <c:pt idx="18">
                  <c:v>M1.19</c:v>
                </c:pt>
                <c:pt idx="19">
                  <c:v>M1.20</c:v>
                </c:pt>
                <c:pt idx="20">
                  <c:v>M1.21</c:v>
                </c:pt>
                <c:pt idx="21">
                  <c:v>M1.22</c:v>
                </c:pt>
                <c:pt idx="22">
                  <c:v>M1.23</c:v>
                </c:pt>
                <c:pt idx="23">
                  <c:v>M1.24</c:v>
                </c:pt>
                <c:pt idx="24">
                  <c:v>M1.25</c:v>
                </c:pt>
                <c:pt idx="25">
                  <c:v>M1.26</c:v>
                </c:pt>
                <c:pt idx="26">
                  <c:v>M1.27</c:v>
                </c:pt>
                <c:pt idx="27">
                  <c:v>M1.28</c:v>
                </c:pt>
                <c:pt idx="28">
                  <c:v>M1.29</c:v>
                </c:pt>
                <c:pt idx="29">
                  <c:v>M1.30</c:v>
                </c:pt>
                <c:pt idx="30">
                  <c:v>M1.31</c:v>
                </c:pt>
                <c:pt idx="31">
                  <c:v>M1.32</c:v>
                </c:pt>
                <c:pt idx="32">
                  <c:v>M1.33</c:v>
                </c:pt>
                <c:pt idx="33">
                  <c:v>M1.34</c:v>
                </c:pt>
                <c:pt idx="34">
                  <c:v>M1.35</c:v>
                </c:pt>
                <c:pt idx="35">
                  <c:v>M1.36</c:v>
                </c:pt>
                <c:pt idx="36">
                  <c:v>M1.37</c:v>
                </c:pt>
                <c:pt idx="37">
                  <c:v>M1.38</c:v>
                </c:pt>
                <c:pt idx="38">
                  <c:v>M1.39</c:v>
                </c:pt>
                <c:pt idx="39">
                  <c:v>M1.40</c:v>
                </c:pt>
                <c:pt idx="40">
                  <c:v>M1.41</c:v>
                </c:pt>
                <c:pt idx="41">
                  <c:v>M1.42</c:v>
                </c:pt>
                <c:pt idx="42">
                  <c:v>M1.43</c:v>
                </c:pt>
                <c:pt idx="43">
                  <c:v>M1.44</c:v>
                </c:pt>
                <c:pt idx="44">
                  <c:v>M1.45</c:v>
                </c:pt>
                <c:pt idx="45">
                  <c:v>M1.46</c:v>
                </c:pt>
                <c:pt idx="46">
                  <c:v>M1.47</c:v>
                </c:pt>
                <c:pt idx="47">
                  <c:v>M1.48</c:v>
                </c:pt>
                <c:pt idx="48">
                  <c:v>M1.49</c:v>
                </c:pt>
                <c:pt idx="49">
                  <c:v>M1.50</c:v>
                </c:pt>
                <c:pt idx="50">
                  <c:v>M1.51</c:v>
                </c:pt>
                <c:pt idx="51">
                  <c:v>M1.52</c:v>
                </c:pt>
                <c:pt idx="52">
                  <c:v>M1.53</c:v>
                </c:pt>
                <c:pt idx="53">
                  <c:v>M1.54</c:v>
                </c:pt>
                <c:pt idx="54">
                  <c:v>M1.55</c:v>
                </c:pt>
                <c:pt idx="55">
                  <c:v>M1.56</c:v>
                </c:pt>
                <c:pt idx="56">
                  <c:v>M1.57</c:v>
                </c:pt>
                <c:pt idx="57">
                  <c:v>M1.58</c:v>
                </c:pt>
                <c:pt idx="58">
                  <c:v>M1.59</c:v>
                </c:pt>
                <c:pt idx="59">
                  <c:v>M1.60</c:v>
                </c:pt>
                <c:pt idx="60">
                  <c:v>M1.61</c:v>
                </c:pt>
                <c:pt idx="61">
                  <c:v>M1.62</c:v>
                </c:pt>
                <c:pt idx="62">
                  <c:v>M1.63</c:v>
                </c:pt>
                <c:pt idx="63">
                  <c:v>M1.64</c:v>
                </c:pt>
                <c:pt idx="64">
                  <c:v>M1.65</c:v>
                </c:pt>
                <c:pt idx="65">
                  <c:v>M1.66</c:v>
                </c:pt>
                <c:pt idx="66">
                  <c:v>M1.67</c:v>
                </c:pt>
              </c:strCache>
            </c:strRef>
          </c:cat>
          <c:val>
            <c:numRef>
              <c:f>Sheet1!$BU$15:$EI$15</c:f>
              <c:numCache>
                <c:formatCode>General</c:formatCode>
                <c:ptCount val="67"/>
                <c:pt idx="0">
                  <c:v>2879.667320870345</c:v>
                </c:pt>
                <c:pt idx="1">
                  <c:v>2836.154088724993</c:v>
                </c:pt>
                <c:pt idx="2">
                  <c:v>21.67828442164891</c:v>
                </c:pt>
                <c:pt idx="3">
                  <c:v>2.14432894685687</c:v>
                </c:pt>
                <c:pt idx="4">
                  <c:v>0.548321557187145</c:v>
                </c:pt>
                <c:pt idx="5">
                  <c:v>0.0979145637834187</c:v>
                </c:pt>
                <c:pt idx="6">
                  <c:v>1.09664311437429</c:v>
                </c:pt>
                <c:pt idx="7">
                  <c:v>9.008139868074521</c:v>
                </c:pt>
                <c:pt idx="8">
                  <c:v>19.9451966426824</c:v>
                </c:pt>
                <c:pt idx="9">
                  <c:v>9.07668006272292</c:v>
                </c:pt>
                <c:pt idx="10">
                  <c:v>40.7324585339022</c:v>
                </c:pt>
                <c:pt idx="11">
                  <c:v>2.545778658368887</c:v>
                </c:pt>
                <c:pt idx="12">
                  <c:v>0.0685401946483931</c:v>
                </c:pt>
                <c:pt idx="13">
                  <c:v>66.09233055380763</c:v>
                </c:pt>
                <c:pt idx="14">
                  <c:v>3.622838859986493</c:v>
                </c:pt>
                <c:pt idx="15">
                  <c:v>5.933622565275177</c:v>
                </c:pt>
                <c:pt idx="16">
                  <c:v>1.478509913129623</c:v>
                </c:pt>
                <c:pt idx="17">
                  <c:v>6.795270726569261</c:v>
                </c:pt>
                <c:pt idx="18">
                  <c:v>9.683750358180114</c:v>
                </c:pt>
                <c:pt idx="19">
                  <c:v>8.312946465212252</c:v>
                </c:pt>
                <c:pt idx="20">
                  <c:v>5.444049746358083</c:v>
                </c:pt>
                <c:pt idx="21">
                  <c:v>8.009411317483657</c:v>
                </c:pt>
                <c:pt idx="22">
                  <c:v>79.31079666456918</c:v>
                </c:pt>
                <c:pt idx="23">
                  <c:v>17.14484011847662</c:v>
                </c:pt>
                <c:pt idx="24">
                  <c:v>62.16595654609256</c:v>
                </c:pt>
                <c:pt idx="25">
                  <c:v>0.078331651026735</c:v>
                </c:pt>
                <c:pt idx="26">
                  <c:v>1.018311463347555</c:v>
                </c:pt>
                <c:pt idx="27">
                  <c:v>54.47966328909417</c:v>
                </c:pt>
                <c:pt idx="28">
                  <c:v>31.17599710864053</c:v>
                </c:pt>
                <c:pt idx="29">
                  <c:v>0.00979145637834187</c:v>
                </c:pt>
                <c:pt idx="30">
                  <c:v>7.627544518728316</c:v>
                </c:pt>
                <c:pt idx="31">
                  <c:v>12.58202144616931</c:v>
                </c:pt>
                <c:pt idx="32">
                  <c:v>206.785767254202</c:v>
                </c:pt>
                <c:pt idx="33">
                  <c:v>7.1085973306762</c:v>
                </c:pt>
                <c:pt idx="34">
                  <c:v>30.59830118231836</c:v>
                </c:pt>
                <c:pt idx="35">
                  <c:v>52.42345744964236</c:v>
                </c:pt>
                <c:pt idx="36">
                  <c:v>0.146871845675128</c:v>
                </c:pt>
                <c:pt idx="37">
                  <c:v>0.0195829127566837</c:v>
                </c:pt>
                <c:pt idx="38">
                  <c:v>0.0</c:v>
                </c:pt>
                <c:pt idx="39">
                  <c:v>1.938708362911691</c:v>
                </c:pt>
                <c:pt idx="40">
                  <c:v>8.048577142997015</c:v>
                </c:pt>
                <c:pt idx="41">
                  <c:v>1.87995962464164</c:v>
                </c:pt>
                <c:pt idx="42">
                  <c:v>27.52378387951901</c:v>
                </c:pt>
                <c:pt idx="43">
                  <c:v>0.597278839078854</c:v>
                </c:pt>
                <c:pt idx="44">
                  <c:v>0.0</c:v>
                </c:pt>
                <c:pt idx="45">
                  <c:v>31.80265031685441</c:v>
                </c:pt>
                <c:pt idx="46">
                  <c:v>2.330366618045366</c:v>
                </c:pt>
                <c:pt idx="47">
                  <c:v>2.633901765773964</c:v>
                </c:pt>
                <c:pt idx="48">
                  <c:v>1.351220980211179</c:v>
                </c:pt>
                <c:pt idx="49">
                  <c:v>1.468718456751281</c:v>
                </c:pt>
                <c:pt idx="50">
                  <c:v>1.439344087616256</c:v>
                </c:pt>
                <c:pt idx="51">
                  <c:v>0.988937094212529</c:v>
                </c:pt>
                <c:pt idx="52">
                  <c:v>28.95333651075692</c:v>
                </c:pt>
                <c:pt idx="53">
                  <c:v>0.793107966645692</c:v>
                </c:pt>
                <c:pt idx="54">
                  <c:v>17.03713409831486</c:v>
                </c:pt>
                <c:pt idx="55">
                  <c:v>2.653484678530648</c:v>
                </c:pt>
                <c:pt idx="56">
                  <c:v>14.38364941978421</c:v>
                </c:pt>
                <c:pt idx="57">
                  <c:v>0.0293743691350256</c:v>
                </c:pt>
                <c:pt idx="58">
                  <c:v>1.537258651399674</c:v>
                </c:pt>
                <c:pt idx="59">
                  <c:v>18.59397566247122</c:v>
                </c:pt>
                <c:pt idx="60">
                  <c:v>6.364446645922217</c:v>
                </c:pt>
                <c:pt idx="61">
                  <c:v>0.0</c:v>
                </c:pt>
                <c:pt idx="62">
                  <c:v>1.556841564156358</c:v>
                </c:pt>
                <c:pt idx="63">
                  <c:v>3.564090121716442</c:v>
                </c:pt>
                <c:pt idx="64">
                  <c:v>78.4099826777617</c:v>
                </c:pt>
                <c:pt idx="65">
                  <c:v>3.172431866582767</c:v>
                </c:pt>
                <c:pt idx="66">
                  <c:v>10.13415735158384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40877400"/>
        <c:axId val="2140880280"/>
      </c:barChart>
      <c:catAx>
        <c:axId val="2140877400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880280"/>
        <c:crosses val="autoZero"/>
        <c:auto val="1"/>
        <c:lblAlgn val="ctr"/>
        <c:lblOffset val="100"/>
        <c:noMultiLvlLbl val="0"/>
      </c:catAx>
      <c:valAx>
        <c:axId val="2140880280"/>
        <c:scaling>
          <c:orientation val="minMax"/>
          <c:max val="100.0"/>
          <c:min val="0.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40877400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365248"/>
            <a:ext cx="7772400" cy="978408"/>
          </a:xfrm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352800"/>
            <a:ext cx="7772400" cy="877824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FontTx/>
              <a:buNone/>
              <a:defRPr sz="2000" kern="1200">
                <a:solidFill>
                  <a:schemeClr val="tx1">
                    <a:tint val="75000"/>
                  </a:schemeClr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0C47-018D-4460-B945-BFF7981B6CA6}" type="datetimeFigureOut">
              <a:rPr lang="en-US" smtClean="0"/>
              <a:t>7/18/16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F5A0A-F6FC-4FFD-9B49-0DA8697211D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869141"/>
            <a:ext cx="7770813" cy="4257022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0C47-018D-4460-B945-BFF7981B6CA6}" type="datetimeFigureOut">
              <a:rPr lang="en-US" smtClean="0"/>
              <a:t>7/18/16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F5A0A-F6FC-4FFD-9B49-0DA8697211D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267200"/>
            <a:ext cx="7772400" cy="977153"/>
          </a:xfrm>
        </p:spPr>
        <p:txBody>
          <a:bodyPr anchor="b" anchorCtr="0">
            <a:no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799" y="5257800"/>
            <a:ext cx="7770813" cy="874058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0C47-018D-4460-B945-BFF7981B6CA6}" type="datetimeFigureOut">
              <a:rPr lang="en-US" smtClean="0"/>
              <a:t>7/18/16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F5A0A-F6FC-4FFD-9B49-0DA8697211D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 rot="21540000">
            <a:off x="2056196" y="424650"/>
            <a:ext cx="5031609" cy="3375800"/>
          </a:xfrm>
          <a:solidFill>
            <a:schemeClr val="bg1">
              <a:lumMod val="75000"/>
              <a:lumOff val="25000"/>
            </a:schemeClr>
          </a:solidFill>
          <a:ln w="88900">
            <a:solidFill>
              <a:schemeClr val="tx1"/>
            </a:solidFill>
            <a:miter lim="800000"/>
          </a:ln>
          <a:effectLst>
            <a:outerShdw blurRad="1270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buFont typeface="Arial" pitchFamily="34" charset="0"/>
              <a:buNone/>
              <a:defRPr/>
            </a:lvl1pPr>
          </a:lstStyle>
          <a:p>
            <a:r>
              <a:rPr lang="en-US" dirty="0" smtClean="0"/>
              <a:t>Drag picture to placeholder or click icon to add</a:t>
            </a:r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90600"/>
            <a:ext cx="7770813" cy="1743075"/>
          </a:xfrm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756647"/>
            <a:ext cx="7770813" cy="1281953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FontTx/>
              <a:buNone/>
              <a:defRPr sz="2000" kern="1200">
                <a:solidFill>
                  <a:schemeClr val="tx1">
                    <a:tint val="75000"/>
                  </a:schemeClr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0C47-018D-4460-B945-BFF7981B6CA6}" type="datetimeFigureOut">
              <a:rPr lang="en-US" smtClean="0"/>
              <a:t>7/18/16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F5A0A-F6FC-4FFD-9B49-0DA8697211D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21023"/>
            <a:ext cx="7770813" cy="14298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760538"/>
            <a:ext cx="3611880" cy="4365625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 marL="2398713" indent="-336550">
              <a:defRPr sz="1800"/>
            </a:lvl8pPr>
            <a:lvl9pPr marL="2398713" indent="-336550"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44733" y="1760538"/>
            <a:ext cx="3611880" cy="4365625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 marL="2398713" indent="-336550">
              <a:defRPr sz="1800"/>
            </a:lvl8pPr>
            <a:lvl9pPr marL="2398713" indent="-336550"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0C47-018D-4460-B945-BFF7981B6CA6}" type="datetimeFigureOut">
              <a:rPr lang="en-US" smtClean="0"/>
              <a:t>7/18/16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F5A0A-F6FC-4FFD-9B49-0DA8697211D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21023"/>
            <a:ext cx="7770813" cy="1429871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550895"/>
            <a:ext cx="3611880" cy="614082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438400"/>
            <a:ext cx="3611880" cy="36877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 marL="2398713" indent="-336550">
              <a:defRPr sz="1600"/>
            </a:lvl8pPr>
            <a:lvl9pPr marL="2398713" indent="-336550"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45526" y="1550895"/>
            <a:ext cx="3611880" cy="614082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45526" y="2438400"/>
            <a:ext cx="3611880" cy="36877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 marL="2398713" indent="-336550">
              <a:defRPr sz="1600"/>
            </a:lvl8pPr>
            <a:lvl9pPr marL="2398713" indent="-336550"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0C47-018D-4460-B945-BFF7981B6CA6}" type="datetimeFigureOut">
              <a:rPr lang="en-US" smtClean="0"/>
              <a:t>7/18/16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F5A0A-F6FC-4FFD-9B49-0DA8697211D9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786205" y="2191871"/>
            <a:ext cx="3429000" cy="1588"/>
          </a:xfrm>
          <a:prstGeom prst="line">
            <a:avLst/>
          </a:prstGeom>
          <a:ln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936966" y="2191871"/>
            <a:ext cx="3429000" cy="1588"/>
          </a:xfrm>
          <a:prstGeom prst="line">
            <a:avLst/>
          </a:prstGeom>
          <a:ln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0C47-018D-4460-B945-BFF7981B6CA6}" type="datetimeFigureOut">
              <a:rPr lang="en-US" smtClean="0"/>
              <a:t>7/18/16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F5A0A-F6FC-4FFD-9B49-0DA8697211D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0C47-018D-4460-B945-BFF7981B6CA6}" type="datetimeFigureOut">
              <a:rPr lang="en-US" smtClean="0"/>
              <a:t>7/18/16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F5A0A-F6FC-4FFD-9B49-0DA8697211D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905" y="971550"/>
            <a:ext cx="3657600" cy="1162050"/>
          </a:xfrm>
        </p:spPr>
        <p:txBody>
          <a:bodyPr anchor="b">
            <a:no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457200"/>
            <a:ext cx="3657600" cy="56689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 marL="2398713" indent="-336550">
              <a:defRPr sz="1800"/>
            </a:lvl8pPr>
            <a:lvl9pPr marL="2398713" indent="-336550"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8905" y="2133601"/>
            <a:ext cx="3657600" cy="358140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0C47-018D-4460-B945-BFF7981B6CA6}" type="datetimeFigureOut">
              <a:rPr lang="en-US" smtClean="0"/>
              <a:t>7/18/16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F5A0A-F6FC-4FFD-9B49-0DA8697211D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5082" y="969264"/>
            <a:ext cx="3657600" cy="1161288"/>
          </a:xfrm>
        </p:spPr>
        <p:txBody>
          <a:bodyPr anchor="b">
            <a:noAutofit/>
          </a:bodyPr>
          <a:lstStyle>
            <a:lvl1pPr algn="l">
              <a:defRPr sz="3600" b="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63388" y="510988"/>
            <a:ext cx="3657600" cy="5553636"/>
          </a:xfrm>
          <a:solidFill>
            <a:schemeClr val="bg1">
              <a:lumMod val="75000"/>
              <a:lumOff val="25000"/>
            </a:schemeClr>
          </a:solidFill>
          <a:ln w="88900">
            <a:solidFill>
              <a:schemeClr val="tx1"/>
            </a:solidFill>
            <a:miter lim="800000"/>
          </a:ln>
          <a:effectLst>
            <a:outerShdw blurRad="1270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Font typeface="Arial" pitchFamily="34" charset="0"/>
              <a:buNone/>
              <a:defRPr sz="22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Drag picture to placeholder or click icon to add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99853" y="2130552"/>
            <a:ext cx="3657600" cy="358444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spcBef>
                <a:spcPts val="1000"/>
              </a:spcBef>
              <a:buNone/>
              <a:defRPr sz="18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FontTx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0C47-018D-4460-B945-BFF7981B6CA6}" type="datetimeFigureOut">
              <a:rPr lang="en-US" smtClean="0"/>
              <a:t>7/18/16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F5A0A-F6FC-4FFD-9B49-0DA8697211D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51376"/>
            <a:ext cx="7776882" cy="1014984"/>
          </a:xfrm>
        </p:spPr>
        <p:txBody>
          <a:bodyPr anchor="b">
            <a:noAutofit/>
          </a:bodyPr>
          <a:lstStyle>
            <a:lvl1pPr algn="ctr">
              <a:defRPr sz="3600" b="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457199"/>
            <a:ext cx="5486400" cy="3644153"/>
          </a:xfrm>
          <a:solidFill>
            <a:schemeClr val="bg1">
              <a:lumMod val="75000"/>
              <a:lumOff val="25000"/>
            </a:schemeClr>
          </a:solidFill>
          <a:ln w="88900">
            <a:solidFill>
              <a:schemeClr val="tx1"/>
            </a:solidFill>
            <a:miter lim="800000"/>
          </a:ln>
          <a:effectLst>
            <a:outerShdw blurRad="1270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Font typeface="Arial" pitchFamily="34" charset="0"/>
              <a:buNone/>
              <a:defRPr sz="22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Drag picture to placeholder or click icon to add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571" y="5181599"/>
            <a:ext cx="7776882" cy="950259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spcBef>
                <a:spcPts val="300"/>
              </a:spcBef>
              <a:buNone/>
              <a:defRPr sz="18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FontTx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0C47-018D-4460-B945-BFF7981B6CA6}" type="datetimeFigureOut">
              <a:rPr lang="en-US" smtClean="0"/>
              <a:t>7/18/16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F5A0A-F6FC-4FFD-9B49-0DA8697211D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y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55141"/>
            <a:ext cx="7776882" cy="1013011"/>
          </a:xfrm>
        </p:spPr>
        <p:txBody>
          <a:bodyPr anchor="b">
            <a:noAutofit/>
          </a:bodyPr>
          <a:lstStyle>
            <a:lvl1pPr algn="ctr">
              <a:defRPr sz="3600" b="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5800" y="457200"/>
            <a:ext cx="2331720" cy="1645920"/>
          </a:xfrm>
          <a:solidFill>
            <a:schemeClr val="bg1">
              <a:lumMod val="75000"/>
              <a:lumOff val="25000"/>
            </a:schemeClr>
          </a:solidFill>
          <a:ln w="88900">
            <a:solidFill>
              <a:schemeClr val="tx1"/>
            </a:solidFill>
            <a:miter lim="800000"/>
          </a:ln>
          <a:effectLst>
            <a:outerShdw blurRad="1270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Font typeface="Arial" pitchFamily="34" charset="0"/>
              <a:buNone/>
              <a:defRPr sz="22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Drag picture to placeholder or click icon to add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571" y="5181599"/>
            <a:ext cx="7776882" cy="950259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spcBef>
                <a:spcPts val="300"/>
              </a:spcBef>
              <a:buNone/>
              <a:defRPr sz="18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FontTx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0C47-018D-4460-B945-BFF7981B6CA6}" type="datetimeFigureOut">
              <a:rPr lang="en-US" smtClean="0"/>
              <a:t>7/18/16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F5A0A-F6FC-4FFD-9B49-0DA8697211D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idx="13"/>
          </p:nvPr>
        </p:nvSpPr>
        <p:spPr>
          <a:xfrm>
            <a:off x="685800" y="2455433"/>
            <a:ext cx="2331720" cy="1645920"/>
          </a:xfrm>
          <a:solidFill>
            <a:schemeClr val="bg1">
              <a:lumMod val="75000"/>
              <a:lumOff val="25000"/>
            </a:schemeClr>
          </a:solidFill>
          <a:ln w="88900">
            <a:solidFill>
              <a:schemeClr val="tx1"/>
            </a:solidFill>
            <a:miter lim="800000"/>
          </a:ln>
          <a:effectLst>
            <a:outerShdw blurRad="1270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Font typeface="Arial" pitchFamily="34" charset="0"/>
              <a:buNone/>
              <a:defRPr sz="22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Drag picture to placeholder or click icon to add</a:t>
            </a:r>
            <a:endParaRPr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4"/>
          </p:nvPr>
        </p:nvSpPr>
        <p:spPr>
          <a:xfrm>
            <a:off x="3412490" y="457200"/>
            <a:ext cx="2331720" cy="1645920"/>
          </a:xfrm>
          <a:solidFill>
            <a:schemeClr val="bg1">
              <a:lumMod val="75000"/>
              <a:lumOff val="25000"/>
            </a:schemeClr>
          </a:solidFill>
          <a:ln w="88900">
            <a:solidFill>
              <a:schemeClr val="tx1"/>
            </a:solidFill>
            <a:miter lim="800000"/>
          </a:ln>
          <a:effectLst>
            <a:outerShdw blurRad="1270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Font typeface="Arial" pitchFamily="34" charset="0"/>
              <a:buNone/>
              <a:defRPr sz="22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Drag picture to placeholder or click icon to add</a:t>
            </a:r>
            <a:endParaRPr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5"/>
          </p:nvPr>
        </p:nvSpPr>
        <p:spPr>
          <a:xfrm>
            <a:off x="3412490" y="2455433"/>
            <a:ext cx="2331720" cy="1645920"/>
          </a:xfrm>
          <a:solidFill>
            <a:schemeClr val="bg1">
              <a:lumMod val="75000"/>
              <a:lumOff val="25000"/>
            </a:schemeClr>
          </a:solidFill>
          <a:ln w="88900">
            <a:solidFill>
              <a:schemeClr val="tx1"/>
            </a:solidFill>
            <a:miter lim="800000"/>
          </a:ln>
          <a:effectLst>
            <a:outerShdw blurRad="1270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Font typeface="Arial" pitchFamily="34" charset="0"/>
              <a:buNone/>
              <a:defRPr sz="22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Drag picture to placeholder or click icon to add</a:t>
            </a:r>
            <a:endParaRPr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6"/>
          </p:nvPr>
        </p:nvSpPr>
        <p:spPr>
          <a:xfrm>
            <a:off x="6139180" y="457200"/>
            <a:ext cx="2331720" cy="1645920"/>
          </a:xfrm>
          <a:solidFill>
            <a:schemeClr val="bg1">
              <a:lumMod val="75000"/>
              <a:lumOff val="25000"/>
            </a:schemeClr>
          </a:solidFill>
          <a:ln w="88900">
            <a:solidFill>
              <a:schemeClr val="tx1"/>
            </a:solidFill>
            <a:miter lim="800000"/>
          </a:ln>
          <a:effectLst>
            <a:outerShdw blurRad="1270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Font typeface="Arial" pitchFamily="34" charset="0"/>
              <a:buNone/>
              <a:defRPr sz="22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Drag picture to placeholder or click icon to add</a:t>
            </a:r>
            <a:endParaRPr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7"/>
          </p:nvPr>
        </p:nvSpPr>
        <p:spPr>
          <a:xfrm>
            <a:off x="6139180" y="2455433"/>
            <a:ext cx="2331720" cy="1645920"/>
          </a:xfrm>
          <a:solidFill>
            <a:schemeClr val="bg1">
              <a:lumMod val="75000"/>
              <a:lumOff val="25000"/>
            </a:schemeClr>
          </a:solidFill>
          <a:ln w="88900">
            <a:solidFill>
              <a:schemeClr val="tx1"/>
            </a:solidFill>
            <a:miter lim="800000"/>
          </a:ln>
          <a:effectLst>
            <a:outerShdw blurRad="1270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Font typeface="Arial" pitchFamily="34" charset="0"/>
              <a:buNone/>
              <a:defRPr sz="22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Drag picture to placeholder or click icon to add</a:t>
            </a:r>
            <a:endParaRPr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0C47-018D-4460-B945-BFF7981B6CA6}" type="datetimeFigureOut">
              <a:rPr lang="en-US" smtClean="0"/>
              <a:t>7/18/16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F5A0A-F6FC-4FFD-9B49-0DA8697211D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62800" y="533400"/>
            <a:ext cx="1600200" cy="5592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533400"/>
            <a:ext cx="6019800" cy="5592763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0C47-018D-4460-B945-BFF7981B6CA6}" type="datetimeFigureOut">
              <a:rPr lang="en-US" smtClean="0"/>
              <a:t>7/18/16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F5A0A-F6FC-4FFD-9B49-0DA8697211D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121023"/>
            <a:ext cx="7770813" cy="1429871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752600"/>
            <a:ext cx="7770813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20435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ffectLst>
                  <a:outerShdw blurRad="50800" dist="38100" dir="5400000" sx="101000" sy="101000" algn="t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651A0C47-018D-4460-B945-BFF7981B6CA6}" type="datetimeFigureOut">
              <a:rPr lang="en-US" smtClean="0"/>
              <a:t>7/18/16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05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ffectLst>
                  <a:outerShdw blurRad="50800" dist="38100" dir="5400000" sx="101000" sy="101000" algn="t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29100" y="6356350"/>
            <a:ext cx="685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ffectLst>
                  <a:outerShdw blurRad="50800" dist="38100" dir="5400000" sx="101000" sy="101000" algn="t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9C1F5A0A-F6FC-4FFD-9B49-0DA8697211D9}" type="slidenum">
              <a:rPr lang="en-US" smtClean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effectLst>
            <a:outerShdw blurRad="50800" dist="50800" dir="5400000" sx="101000" sy="101000" algn="t" rotWithShape="0">
              <a:prstClr val="black">
                <a:alpha val="40000"/>
              </a:prst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2000"/>
        </a:spcBef>
        <a:buFontTx/>
        <a:buBlip>
          <a:blip r:embed="rId16"/>
        </a:buBlip>
        <a:defRPr sz="2200" kern="1200">
          <a:solidFill>
            <a:schemeClr val="tx1"/>
          </a:solidFill>
          <a:effectLst>
            <a:outerShdw blurRad="50800" dist="50800" dir="5400000" sx="101000" sy="101000" algn="t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1pPr>
      <a:lvl2pPr marL="685800" indent="-336550" algn="l" defTabSz="914400" rtl="0" eaLnBrk="1" latinLnBrk="0" hangingPunct="1">
        <a:spcBef>
          <a:spcPts val="600"/>
        </a:spcBef>
        <a:buFontTx/>
        <a:buBlip>
          <a:blip r:embed="rId16"/>
        </a:buBlip>
        <a:defRPr sz="2000" kern="1200">
          <a:solidFill>
            <a:schemeClr val="tx1"/>
          </a:solidFill>
          <a:effectLst>
            <a:outerShdw blurRad="50800" dist="50800" dir="5400000" sx="101000" sy="101000" algn="t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2pPr>
      <a:lvl3pPr marL="1035050" indent="-349250" algn="l" defTabSz="914400" rtl="0" eaLnBrk="1" latinLnBrk="0" hangingPunct="1">
        <a:spcBef>
          <a:spcPts val="600"/>
        </a:spcBef>
        <a:buFontTx/>
        <a:buBlip>
          <a:blip r:embed="rId16"/>
        </a:buBlip>
        <a:defRPr sz="1800" kern="1200">
          <a:solidFill>
            <a:schemeClr val="tx1"/>
          </a:solidFill>
          <a:effectLst>
            <a:outerShdw blurRad="50800" dist="50800" dir="5400000" sx="101000" sy="101000" algn="t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3pPr>
      <a:lvl4pPr marL="1371600" indent="-336550" algn="l" defTabSz="914400" rtl="0" eaLnBrk="1" latinLnBrk="0" hangingPunct="1">
        <a:spcBef>
          <a:spcPts val="600"/>
        </a:spcBef>
        <a:buFontTx/>
        <a:buBlip>
          <a:blip r:embed="rId16"/>
        </a:buBlip>
        <a:defRPr sz="1800" kern="1200">
          <a:solidFill>
            <a:schemeClr val="tx1"/>
          </a:solidFill>
          <a:effectLst>
            <a:outerShdw blurRad="50800" dist="50800" dir="5400000" sx="101000" sy="101000" algn="t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4pPr>
      <a:lvl5pPr marL="1720850" indent="-349250" algn="l" defTabSz="914400" rtl="0" eaLnBrk="1" latinLnBrk="0" hangingPunct="1">
        <a:spcBef>
          <a:spcPts val="600"/>
        </a:spcBef>
        <a:buFontTx/>
        <a:buBlip>
          <a:blip r:embed="rId16"/>
        </a:buBlip>
        <a:defRPr sz="1800" kern="1200">
          <a:solidFill>
            <a:schemeClr val="tx1"/>
          </a:solidFill>
          <a:effectLst>
            <a:outerShdw blurRad="50800" dist="50800" dir="5400000" sx="101000" sy="101000" algn="t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5pPr>
      <a:lvl6pPr marL="2055813" indent="-336550" algn="l" defTabSz="914400" rtl="0" eaLnBrk="1" latinLnBrk="0" hangingPunct="1">
        <a:spcBef>
          <a:spcPct val="20000"/>
        </a:spcBef>
        <a:buFontTx/>
        <a:buBlip>
          <a:blip r:embed="rId16"/>
        </a:buBlip>
        <a:defRPr lang="en-US" sz="1800" kern="1200" dirty="0" smtClean="0">
          <a:solidFill>
            <a:schemeClr val="tx1"/>
          </a:solidFill>
          <a:effectLst>
            <a:outerShdw blurRad="50800" dist="50800" dir="5400000" sx="101000" sy="101000" algn="t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6pPr>
      <a:lvl7pPr marL="2398713" indent="-336550" algn="l" defTabSz="914400" rtl="0" eaLnBrk="1" latinLnBrk="0" hangingPunct="1">
        <a:spcBef>
          <a:spcPct val="20000"/>
        </a:spcBef>
        <a:buFontTx/>
        <a:buBlip>
          <a:blip r:embed="rId16"/>
        </a:buBlip>
        <a:defRPr lang="en-US" sz="1800" kern="1200" dirty="0" smtClean="0">
          <a:solidFill>
            <a:schemeClr val="tx1"/>
          </a:solidFill>
          <a:effectLst>
            <a:outerShdw blurRad="50800" dist="50800" dir="5400000" sx="101000" sy="101000" algn="t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7pPr>
      <a:lvl8pPr marL="2743200" indent="-336550" algn="l" defTabSz="914400" rtl="0" eaLnBrk="1" latinLnBrk="0" hangingPunct="1">
        <a:spcBef>
          <a:spcPct val="20000"/>
        </a:spcBef>
        <a:buFontTx/>
        <a:buBlip>
          <a:blip r:embed="rId16"/>
        </a:buBlip>
        <a:defRPr lang="en-US" sz="1800" kern="1200" dirty="0" smtClean="0">
          <a:solidFill>
            <a:schemeClr val="tx1"/>
          </a:solidFill>
          <a:effectLst>
            <a:outerShdw blurRad="50800" dist="50800" dir="5400000" sx="101000" sy="101000" algn="t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8pPr>
      <a:lvl9pPr marL="3087688" indent="-336550" algn="l" defTabSz="914400" rtl="0" eaLnBrk="1" latinLnBrk="0" hangingPunct="1">
        <a:spcBef>
          <a:spcPct val="20000"/>
        </a:spcBef>
        <a:buFontTx/>
        <a:buBlip>
          <a:blip r:embed="rId16"/>
        </a:buBlip>
        <a:defRPr lang="en-US" sz="1800" kern="1200" dirty="0">
          <a:solidFill>
            <a:schemeClr val="tx1"/>
          </a:solidFill>
          <a:effectLst>
            <a:outerShdw blurRad="50800" dist="50800" dir="5400000" sx="101000" sy="101000" algn="t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Statistics Presentation – </a:t>
            </a:r>
            <a:r>
              <a:rPr lang="en-US" smtClean="0"/>
              <a:t>Week </a:t>
            </a:r>
            <a:r>
              <a:rPr lang="en-US" smtClean="0"/>
              <a:t>7 </a:t>
            </a:r>
            <a:r>
              <a:rPr lang="en-US" dirty="0" smtClean="0"/>
              <a:t>(I think)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 Aaron Niecestro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184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Normalized Data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044" y="1285048"/>
            <a:ext cx="8679051" cy="5351848"/>
          </a:xfrm>
        </p:spPr>
        <p:txBody>
          <a:bodyPr/>
          <a:lstStyle/>
          <a:p>
            <a:r>
              <a:rPr lang="en-US" dirty="0" smtClean="0"/>
              <a:t>First – normalized the data by dividing by there means for each category – ex. Means of male criminals who committed manslaughter and theft</a:t>
            </a:r>
          </a:p>
          <a:p>
            <a:r>
              <a:rPr lang="en-US" dirty="0" smtClean="0"/>
              <a:t>Second – normalized the data by dividing by there means for each city located</a:t>
            </a:r>
          </a:p>
          <a:p>
            <a:r>
              <a:rPr lang="en-US" dirty="0" smtClean="0"/>
              <a:t>I tried normalizing the data by range of categories and cities but there was some problems with collecting the most up to date data in years </a:t>
            </a:r>
          </a:p>
          <a:p>
            <a:pPr lvl="1"/>
            <a:r>
              <a:rPr lang="en-US" dirty="0" smtClean="0"/>
              <a:t>It was nearly impossible to find anything next to Vegas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6220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13386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Normalized Mean Category Graph</a:t>
            </a:r>
            <a:endParaRPr lang="en-US" dirty="0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78516011"/>
              </p:ext>
            </p:extLst>
          </p:nvPr>
        </p:nvGraphicFramePr>
        <p:xfrm>
          <a:off x="0" y="982684"/>
          <a:ext cx="9144000" cy="58753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478293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028038"/>
          </a:xfrm>
        </p:spPr>
        <p:txBody>
          <a:bodyPr>
            <a:normAutofit/>
          </a:bodyPr>
          <a:lstStyle/>
          <a:p>
            <a:r>
              <a:rPr lang="en-US" dirty="0" smtClean="0"/>
              <a:t>Normalized Mean by place Graph</a:t>
            </a:r>
            <a:endParaRPr lang="en-US" dirty="0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7286783"/>
              </p:ext>
            </p:extLst>
          </p:nvPr>
        </p:nvGraphicFramePr>
        <p:xfrm>
          <a:off x="0" y="907093"/>
          <a:ext cx="9144000" cy="59509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459366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Test Results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7766" y="1550894"/>
            <a:ext cx="8422007" cy="5116239"/>
          </a:xfrm>
        </p:spPr>
        <p:txBody>
          <a:bodyPr>
            <a:noAutofit/>
          </a:bodyPr>
          <a:lstStyle/>
          <a:p>
            <a:r>
              <a:rPr lang="en-US" sz="2100" dirty="0" smtClean="0"/>
              <a:t>If going by normalized mean category data – all the data is very close to one another – almost all numbers within a 1 number difference of each other – this doesn’t help all the time</a:t>
            </a:r>
          </a:p>
          <a:p>
            <a:pPr lvl="1"/>
            <a:r>
              <a:rPr lang="en-US" sz="2100" dirty="0" smtClean="0"/>
              <a:t>Almost everything was not so close to every other entry it was hard to see which categories were similar and different to one another</a:t>
            </a:r>
          </a:p>
          <a:p>
            <a:r>
              <a:rPr lang="en-US" sz="2100" dirty="0" smtClean="0"/>
              <a:t>If going by normalized mean city data – the data is much more spread out the numbers range all over the place</a:t>
            </a:r>
          </a:p>
          <a:p>
            <a:pPr marL="692150" lvl="2" indent="-342900">
              <a:spcBef>
                <a:spcPts val="2000"/>
              </a:spcBef>
            </a:pPr>
            <a:r>
              <a:rPr lang="en-US" sz="2100" dirty="0"/>
              <a:t>This was a lot easier to see which entries were closer to one </a:t>
            </a:r>
            <a:r>
              <a:rPr lang="en-US" sz="2100" dirty="0" smtClean="0"/>
              <a:t>another</a:t>
            </a:r>
          </a:p>
          <a:p>
            <a:r>
              <a:rPr lang="en-US" sz="2100" dirty="0" smtClean="0"/>
              <a:t>Linear Regressions – I have come up with nothing in singular linear regression that wasn’t already noticeable – some groups have interaction I can trust while others not so much – Used Stat Plus Le </a:t>
            </a:r>
          </a:p>
        </p:txBody>
      </p:sp>
    </p:spTree>
    <p:extLst>
      <p:ext uri="{BB962C8B-B14F-4D97-AF65-F5344CB8AC3E}">
        <p14:creationId xmlns:p14="http://schemas.microsoft.com/office/powerpoint/2010/main" val="8529989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Going Further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3850" y="1550894"/>
            <a:ext cx="8225441" cy="4965055"/>
          </a:xfrm>
        </p:spPr>
        <p:txBody>
          <a:bodyPr/>
          <a:lstStyle/>
          <a:p>
            <a:r>
              <a:rPr lang="en-US" dirty="0" smtClean="0"/>
              <a:t>I wish to experiment with the Wilcoxon sign test and manipulate the data that way. This process is very long so I have only just started some of it</a:t>
            </a:r>
          </a:p>
          <a:p>
            <a:r>
              <a:rPr lang="en-US" dirty="0" smtClean="0"/>
              <a:t>Further go into multiple linear regressions and see the equations and ideas I might get from there</a:t>
            </a:r>
          </a:p>
          <a:p>
            <a:r>
              <a:rPr lang="en-US" dirty="0" smtClean="0"/>
              <a:t>Goal – Somehow find how much the relationship between crimes and police officers graphically </a:t>
            </a:r>
          </a:p>
          <a:p>
            <a:pPr lvl="1"/>
            <a:r>
              <a:rPr lang="en-US" dirty="0" smtClean="0"/>
              <a:t>Thinking on whether or not to make multiple graphs or just 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8812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Story">
  <a:themeElements>
    <a:clrScheme name="Story">
      <a:dk1>
        <a:sysClr val="windowText" lastClr="000000"/>
      </a:dk1>
      <a:lt1>
        <a:sysClr val="window" lastClr="FFFFFF"/>
      </a:lt1>
      <a:dk2>
        <a:srgbClr val="212121"/>
      </a:dk2>
      <a:lt2>
        <a:srgbClr val="CDD4D7"/>
      </a:lt2>
      <a:accent1>
        <a:srgbClr val="1D86CD"/>
      </a:accent1>
      <a:accent2>
        <a:srgbClr val="732E9A"/>
      </a:accent2>
      <a:accent3>
        <a:srgbClr val="B50B1B"/>
      </a:accent3>
      <a:accent4>
        <a:srgbClr val="E8950E"/>
      </a:accent4>
      <a:accent5>
        <a:srgbClr val="55992B"/>
      </a:accent5>
      <a:accent6>
        <a:srgbClr val="2C9C89"/>
      </a:accent6>
      <a:hlink>
        <a:srgbClr val="EC4D4D"/>
      </a:hlink>
      <a:folHlink>
        <a:srgbClr val="F8CE8A"/>
      </a:folHlink>
    </a:clrScheme>
    <a:fontScheme name="Story">
      <a:majorFont>
        <a:latin typeface="Calisto MT"/>
        <a:ea typeface=""/>
        <a:cs typeface=""/>
        <a:font script="Jpan" typeface="ＭＳ Ｐ明朝"/>
        <a:font script="Hans" typeface="宋体"/>
        <a:font script="Hant" typeface="新細明體"/>
      </a:majorFont>
      <a:minorFont>
        <a:latin typeface="Calisto MT"/>
        <a:ea typeface=""/>
        <a:cs typeface=""/>
        <a:font script="Jpan" typeface="ＭＳ Ｐ明朝"/>
        <a:font script="Hans" typeface="宋体"/>
        <a:font script="Hant" typeface="新細明體"/>
      </a:minorFont>
    </a:fontScheme>
    <a:fmtScheme name="Story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10000"/>
                <a:satMod val="150000"/>
                <a:lumMod val="120000"/>
              </a:schemeClr>
              <a:schemeClr val="phClr">
                <a:satMod val="350000"/>
                <a:lumMod val="150000"/>
              </a:schemeClr>
            </a:duotone>
          </a:blip>
          <a:tile tx="0" ty="0" sx="20000" sy="20000" flip="none" algn="ctr"/>
        </a:blipFill>
        <a:gradFill rotWithShape="1">
          <a:gsLst>
            <a:gs pos="0">
              <a:schemeClr val="phClr">
                <a:shade val="20000"/>
                <a:satMod val="130000"/>
              </a:schemeClr>
            </a:gs>
            <a:gs pos="50000">
              <a:schemeClr val="phClr">
                <a:shade val="90000"/>
                <a:satMod val="130000"/>
              </a:schemeClr>
            </a:gs>
            <a:gs pos="100000">
              <a:schemeClr val="phClr">
                <a:shade val="100000"/>
                <a:satMod val="200000"/>
                <a:lumMod val="120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88900" dist="50800" dir="2100000" sx="104000" sy="104000" algn="br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127000" dist="63500" dir="5400000" sx="103000" sy="103000" rotWithShape="0">
              <a:srgbClr val="000000">
                <a:alpha val="75000"/>
              </a:srgbClr>
            </a:outerShdw>
          </a:effectLst>
          <a:scene3d>
            <a:camera prst="perspectiveFront" fov="3000000"/>
            <a:lightRig rig="balanced" dir="t">
              <a:rot lat="0" lon="0" rev="18000000"/>
            </a:lightRig>
          </a:scene3d>
          <a:sp3d prstMaterial="plastic">
            <a:bevelT w="254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2">
            <a:duotone>
              <a:schemeClr val="phClr">
                <a:shade val="10000"/>
                <a:satMod val="150000"/>
              </a:schemeClr>
              <a:schemeClr val="phClr">
                <a:tint val="60000"/>
                <a:satMod val="400000"/>
                <a:lumMod val="11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Story.thmx</Template>
  <TotalTime>302</TotalTime>
  <Words>307</Words>
  <Application>Microsoft Macintosh PowerPoint</Application>
  <PresentationFormat>On-screen Show (4:3)</PresentationFormat>
  <Paragraphs>20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Story</vt:lpstr>
      <vt:lpstr>Statistics Presentation – Week 7 (I think)</vt:lpstr>
      <vt:lpstr>Normalized Data </vt:lpstr>
      <vt:lpstr>Normalized Mean Category Graph</vt:lpstr>
      <vt:lpstr>Normalized Mean by place Graph</vt:lpstr>
      <vt:lpstr>Some Test Results</vt:lpstr>
      <vt:lpstr>Going Further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Statistics Presentation – Week 8</dc:title>
  <dc:creator>Aaron Niecestro</dc:creator>
  <cp:lastModifiedBy>Aaron Niecestro</cp:lastModifiedBy>
  <cp:revision>12</cp:revision>
  <dcterms:created xsi:type="dcterms:W3CDTF">2016-07-18T02:06:56Z</dcterms:created>
  <dcterms:modified xsi:type="dcterms:W3CDTF">2016-07-18T16:36:17Z</dcterms:modified>
</cp:coreProperties>
</file>